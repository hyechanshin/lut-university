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tags/tag3.xml" ContentType="application/vnd.openxmlformats-officedocument.presentationml.tags+xml"/>
  <Override PartName="/ppt/ink/ink4.xml" ContentType="application/inkml+xml"/>
  <Override PartName="/ppt/ink/ink5.xml" ContentType="application/inkml+xml"/>
  <Override PartName="/ppt/ink/ink6.xml" ContentType="application/inkml+xml"/>
  <Override PartName="/ppt/tags/tag4.xml" ContentType="application/vnd.openxmlformats-officedocument.presentationml.tags+xml"/>
  <Override PartName="/ppt/ink/ink7.xml" ContentType="application/inkml+xml"/>
  <Override PartName="/ppt/ink/ink8.xml" ContentType="application/inkml+xml"/>
  <Override PartName="/ppt/tags/tag5.xml" ContentType="application/vnd.openxmlformats-officedocument.presentationml.tags+xml"/>
  <Override PartName="/ppt/ink/ink9.xml" ContentType="application/inkml+xml"/>
  <Override PartName="/ppt/tags/tag6.xml" ContentType="application/vnd.openxmlformats-officedocument.presentationml.tags+xml"/>
  <Override PartName="/ppt/ink/ink10.xml" ContentType="application/inkml+xml"/>
  <Override PartName="/ppt/tags/tag7.xml" ContentType="application/vnd.openxmlformats-officedocument.presentationml.tags+xml"/>
  <Override PartName="/ppt/ink/ink11.xml" ContentType="application/inkml+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5:17:53.098"/>
    </inkml:context>
    <inkml:brush xml:id="br0">
      <inkml:brushProperty name="width" value="0.1" units="cm"/>
      <inkml:brushProperty name="height" value="0.1" units="cm"/>
      <inkml:brushProperty name="color" value="#E71224"/>
    </inkml:brush>
  </inkml:definitions>
  <inkml:trace contextRef="#ctx0" brushRef="#br0">27376 8193 16383 0 0,'2'0'0'0'0,"3"0"0"0"0,3 0 0 0 0,2 0 0 0 0,7 0 0 0 0,4 0 0 0 0,6 0 0 0 0,2 0 0 0 0,5 0 0 0 0,9 0 0 0 0,10 2 0 0 0,-2 1 0 0 0,1 0 0 0 0,0 0 0 0 0,-4-2 0 0 0,2 0 0 0 0,-5 0 0 0 0,-4-1 0 0 0,-7 0 0 0 0,-4 0 0 0 0,-3 0 0 0 0,5 0 0 0 0,2 0 0 0 0,1-1 0 0 0,-2 1 0 0 0,-1 0 0 0 0,-3 0 0 0 0,-5 0 0 0 0,-1 0 0 0 0,-3 0 0 0 0,-2 0 0 0 0,-3 0 0 0 0,6 0 0 0 0,1 0 0 0 0,0 0 0 0 0,-3 0 0 0 0,-1 0 0 0 0,-2 0 0 0 0,0 0 0 0 0,3 0 0 0 0,7 0 0 0 0,9 0 0 0 0,7 0 0 0 0,0 0 0 0 0,-3 0 0 0 0,-1 0 0 0 0,-2 0 0 0 0,-6 0 0 0 0,-5 0 0 0 0,-3 0 0 0 0,-2 0 0 0 0,1 0 0 0 0,3 0 0 0 0,3 0 0 0 0,10 0 0 0 0,4 0 0 0 0,2 0 0 0 0,-3 0 0 0 0,-1 0 0 0 0,-4 0 0 0 0,-7 0 0 0 0,-4 0 0 0 0,-3 0 0 0 0,-3 0 0 0 0,0 0 0 0 0,1 0 0 0 0,9 0 0 0 0,4 0 0 0 0,10 0 0 0 0,11 0 0 0 0,3 0 0 0 0,-5 0 0 0 0,-9 0 0 0 0,-10 0 0 0 0,-8 0 0 0 0,-6 0 0 0 0,1 0 0 0 0,4 0 0 0 0,2 0 0 0 0,2 0 0 0 0,2 0 0 0 0,0 0 0 0 0,-2 0 0 0 0,-1 0 0 0 0,1 0 0 0 0,-4 0 0 0 0,-2 0 0 0 0,-3 0 0 0 0,-2 0 0 0 0,-2 0 0 0 0,2 0 0 0 0,2 0 0 0 0,4 0 0 0 0,13 0 0 0 0,5 0 0 0 0,6 0 0 0 0,-2 0 0 0 0,-5 0 0 0 0,-5 0 0 0 0,-8 0 0 0 0,-5 0 0 0 0,-2 0 0 0 0,-2 0 0 0 0,-2 0 0 0 0,4 0 0 0 0,0 0 0 0 0,0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5:17:53.099"/>
    </inkml:context>
    <inkml:brush xml:id="br0">
      <inkml:brushProperty name="width" value="0.1" units="cm"/>
      <inkml:brushProperty name="height" value="0.1" units="cm"/>
      <inkml:brushProperty name="color" value="#E71224"/>
    </inkml:brush>
  </inkml:definitions>
  <inkml:trace contextRef="#ctx0" brushRef="#br0">22331 13838 16383 0 0,'1986'13'0'0'0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5:17:53.100"/>
    </inkml:context>
    <inkml:brush xml:id="br0">
      <inkml:brushProperty name="width" value="0.1" units="cm"/>
      <inkml:brushProperty name="height" value="0.1" units="cm"/>
      <inkml:brushProperty name="color" value="#E71224"/>
    </inkml:brush>
  </inkml:definitions>
  <inkml:trace contextRef="#ctx0" brushRef="#br0">22507 14631 16383 0 0,'2019'38'0'0'0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2T06:57:37.259"/>
    </inkml:context>
    <inkml:brush xml:id="br0">
      <inkml:brushProperty name="width" value="0.1" units="cm"/>
      <inkml:brushProperty name="height" value="0.1" units="cm"/>
      <inkml:brushProperty name="color" value="#E71224"/>
    </inkml:brush>
  </inkml:definitions>
  <inkml:trace contextRef="#ctx0" brushRef="#br0">19544 22199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2T06:57:37.260"/>
    </inkml:context>
    <inkml:brush xml:id="br0">
      <inkml:brushProperty name="width" value="0.1" units="cm"/>
      <inkml:brushProperty name="height" value="0.1" units="cm"/>
      <inkml:brushProperty name="color" value="#E71224"/>
    </inkml:brush>
  </inkml:definitions>
  <inkml:trace contextRef="#ctx0" brushRef="#br0">26534 22194 16383 0 0,'-7111'-14'0'0'0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2T06:57:37.261"/>
    </inkml:context>
    <inkml:brush xml:id="br0">
      <inkml:brushProperty name="width" value="0.1" units="cm"/>
      <inkml:brushProperty name="height" value="0.1" units="cm"/>
      <inkml:brushProperty name="color" value="#E71224"/>
    </inkml:brush>
  </inkml:definitions>
  <inkml:trace contextRef="#ctx0" brushRef="#br0">19456 22163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6:40:28.012"/>
    </inkml:context>
    <inkml:brush xml:id="br0">
      <inkml:brushProperty name="width" value="0.1" units="cm"/>
      <inkml:brushProperty name="height" value="0.1" units="cm"/>
      <inkml:brushProperty name="color" value="#E71224"/>
    </inkml:brush>
  </inkml:definitions>
  <inkml:trace contextRef="#ctx0" brushRef="#br0">34590 7503 16383 0 0,'2051'-8'0'0'0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6:40:28.013"/>
    </inkml:context>
    <inkml:brush xml:id="br0">
      <inkml:brushProperty name="width" value="0.1" units="cm"/>
      <inkml:brushProperty name="height" value="0.1" units="cm"/>
      <inkml:brushProperty name="color" value="#E71224"/>
    </inkml:brush>
  </inkml:definitions>
  <inkml:trace contextRef="#ctx0" brushRef="#br0">33267 8517 16383 0 0,'1735'-35'0'0'0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1T16:40:28.014"/>
    </inkml:context>
    <inkml:brush xml:id="br0">
      <inkml:brushProperty name="width" value="0.1" units="cm"/>
      <inkml:brushProperty name="height" value="0.1" units="cm"/>
      <inkml:brushProperty name="color" value="#E71224"/>
    </inkml:brush>
  </inkml:definitions>
  <inkml:trace contextRef="#ctx0" brushRef="#br0">35295 7113 16383 0 0,'3'0'0'0'0,"2"0"0"0"0,5 0 0 0 0,3 0 0 0 0,2 0 0 0 0,0 0 0 0 0,1 0 0 0 0,1 0 0 0 0,9 0 0 0 0,5 0 0 0 0,1 0 0 0 0,-2 0 0 0 0,-5 0 0 0 0,-1 0 0 0 0,-3 0 0 0 0,2 0 0 0 0,4 0 0 0 0,3 0 0 0 0,4 0 0 0 0,19 0 0 0 0,13 0 0 0 0,2 0 0 0 0,-3 0 0 0 0,-2 0 0 0 0,-8 0 0 0 0,-5 0 0 0 0,-10 0 0 0 0,-9 0 0 0 0,-6 0 0 0 0,-4 0 0 0 0,-4 0 0 0 0,2 0 0 0 0,2 0 0 0 0,2 0 0 0 0,2 0 0 0 0,-1 0 0 0 0,-1 0 0 0 0,-1 0 0 0 0,1 0 0 0 0,3 0 0 0 0,2 0 0 0 0,-1 0 0 0 0,4 0 0 0 0,2 0 0 0 0,1 0 0 0 0,-1 0 0 0 0,-3 0 0 0 0,-2 0 0 0 0,-5 0 0 0 0,0 0 0 0 0,1 0 0 0 0,0 0 0 0 0,4 0 0 0 0,7 0 0 0 0,3 0 0 0 0,3 0 0 0 0,5 0 0 0 0,0 0 0 0 0,0 0 0 0 0,2 0 0 0 0,-1 0 0 0 0,-6 0 0 0 0,-8 0 0 0 0,-7 0 0 0 0,-6 0 0 0 0,-4 0 0 0 0,0 0 0 0 0,1 0 0 0 0,1 0 0 0 0,5 0 0 0 0,9 0 0 0 0,2 0 0 0 0,3 0 0 0 0,6 0 0 0 0,0 0 0 0 0,7 0 0 0 0,0 0 0 0 0,-5 0 0 0 0,-8 0 0 0 0,-6 0 0 0 0,-6 0 0 0 0,-5 0 0 0 0,-4 0 0 0 0,3 0 0 0 0,1 0 0 0 0,3 0 0 0 0,4 0 0 0 0,2 0 0 0 0,0 0 0 0 0,4 0 0 0 0,8 0 0 0 0,2 0 0 0 0,-1 0 0 0 0,-4-3 0 0 0,0 0 0 0 0,4 1 0 0 0,5-1 0 0 0,-2 2 0 0 0,-4 0 0 0 0,-2 0 0 0 0,6 1 0 0 0,6 0 0 0 0,8 0 0 0 0,1 0 0 0 0,3 0 0 0 0,0 0 0 0 0,-4 0 0 0 0,-9 0 0 0 0,-12 0 0 0 0,-12 0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2T06:57:38.540"/>
    </inkml:context>
    <inkml:brush xml:id="br0">
      <inkml:brushProperty name="width" value="0.1" units="cm"/>
      <inkml:brushProperty name="height" value="0.1" units="cm"/>
      <inkml:brushProperty name="color" value="#E71224"/>
    </inkml:brush>
  </inkml:definitions>
  <inkml:trace contextRef="#ctx0" brushRef="#br0">16810 16760 16383 0 0,'2484'-16'0'0'0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02T06:57:38.587"/>
    </inkml:context>
    <inkml:brush xml:id="br0">
      <inkml:brushProperty name="width" value="0.1" units="cm"/>
      <inkml:brushProperty name="height" value="0.1" units="cm"/>
      <inkml:brushProperty name="color" value="#E71224"/>
    </inkml:brush>
  </inkml:definitions>
  <inkml:trace contextRef="#ctx0" brushRef="#br0">24941 17263 16383 0 0,'4318'-41'0'0'0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AA31-61E0-145E-2FFD-FA149604BFC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I"/>
          </a:p>
        </p:txBody>
      </p:sp>
      <p:sp>
        <p:nvSpPr>
          <p:cNvPr id="3" name="Subtitle 2">
            <a:extLst>
              <a:ext uri="{FF2B5EF4-FFF2-40B4-BE49-F238E27FC236}">
                <a16:creationId xmlns:a16="http://schemas.microsoft.com/office/drawing/2014/main" id="{46207E3D-DF9E-02AB-95A3-EC091C0C0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I"/>
          </a:p>
        </p:txBody>
      </p:sp>
      <p:sp>
        <p:nvSpPr>
          <p:cNvPr id="4" name="Date Placeholder 3">
            <a:extLst>
              <a:ext uri="{FF2B5EF4-FFF2-40B4-BE49-F238E27FC236}">
                <a16:creationId xmlns:a16="http://schemas.microsoft.com/office/drawing/2014/main" id="{3EC23BDF-EE83-17C6-9581-9737114EAE86}"/>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101EED00-A329-D0CF-E358-A88433583F3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634D48C0-9970-92D3-D743-29D972D8FBD9}"/>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3803604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9E528-9B4B-8324-80D9-376A00EDA286}"/>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C6EA4112-6B2F-19C4-3654-9D5C92C4E49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7EEF61DA-6EDB-8BBA-8F7D-DCB2F8802FAC}"/>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A1406664-4AAF-6DB2-FF96-B0F58C83CA7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CED118AB-3BCD-1CB1-67DA-38D28A08D354}"/>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12476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772FC-4ED7-05A3-8A0D-6EA7364863D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I"/>
          </a:p>
        </p:txBody>
      </p:sp>
      <p:sp>
        <p:nvSpPr>
          <p:cNvPr id="3" name="Text Placeholder 2">
            <a:extLst>
              <a:ext uri="{FF2B5EF4-FFF2-40B4-BE49-F238E27FC236}">
                <a16:creationId xmlns:a16="http://schemas.microsoft.com/office/drawing/2014/main" id="{8DAD4636-859F-8F99-EB23-56B192EA3E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BD2136-72EC-A9DB-AE48-13139BAA63A1}"/>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5B0C6B46-BA1A-D2B1-0469-AE9E9C1AD9E4}"/>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A7B48BAB-8474-7B6A-7BC0-5B9751F37498}"/>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140886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CADF-54F3-935F-C9D1-01B11C507683}"/>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7AE619B2-3B7F-01F2-38C9-FBB2E78D53B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Content Placeholder 3">
            <a:extLst>
              <a:ext uri="{FF2B5EF4-FFF2-40B4-BE49-F238E27FC236}">
                <a16:creationId xmlns:a16="http://schemas.microsoft.com/office/drawing/2014/main" id="{1F0D3A8C-50E2-5FB0-B3FA-3556C6214E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Date Placeholder 4">
            <a:extLst>
              <a:ext uri="{FF2B5EF4-FFF2-40B4-BE49-F238E27FC236}">
                <a16:creationId xmlns:a16="http://schemas.microsoft.com/office/drawing/2014/main" id="{30C87B50-C131-2EFB-2EA2-BEEEF23E12B0}"/>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6" name="Footer Placeholder 5">
            <a:extLst>
              <a:ext uri="{FF2B5EF4-FFF2-40B4-BE49-F238E27FC236}">
                <a16:creationId xmlns:a16="http://schemas.microsoft.com/office/drawing/2014/main" id="{B0D4CFBD-528C-15F0-2994-3CF70027EDBE}"/>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4C820AD7-81D0-EB80-A1D9-E29000706BF3}"/>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64441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EA621-C3E3-B731-7E3D-3A303C9EAA03}"/>
              </a:ext>
            </a:extLst>
          </p:cNvPr>
          <p:cNvSpPr>
            <a:spLocks noGrp="1"/>
          </p:cNvSpPr>
          <p:nvPr>
            <p:ph type="title"/>
          </p:nvPr>
        </p:nvSpPr>
        <p:spPr>
          <a:xfrm>
            <a:off x="839788" y="365125"/>
            <a:ext cx="10515600" cy="1325563"/>
          </a:xfrm>
        </p:spPr>
        <p:txBody>
          <a:bodyPr/>
          <a:lstStyle/>
          <a:p>
            <a:r>
              <a:rPr lang="en-GB"/>
              <a:t>Click to edit Master title style</a:t>
            </a:r>
            <a:endParaRPr lang="en-FI"/>
          </a:p>
        </p:txBody>
      </p:sp>
      <p:sp>
        <p:nvSpPr>
          <p:cNvPr id="3" name="Text Placeholder 2">
            <a:extLst>
              <a:ext uri="{FF2B5EF4-FFF2-40B4-BE49-F238E27FC236}">
                <a16:creationId xmlns:a16="http://schemas.microsoft.com/office/drawing/2014/main" id="{AA1C7677-137C-6101-DE7B-C0EF529414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5BEA27-B580-0A80-B4A9-C27F7077A6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Text Placeholder 4">
            <a:extLst>
              <a:ext uri="{FF2B5EF4-FFF2-40B4-BE49-F238E27FC236}">
                <a16:creationId xmlns:a16="http://schemas.microsoft.com/office/drawing/2014/main" id="{2A207A3D-8B8A-A552-F04C-F0BCF41211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DA6D928-5F00-17C2-2E2E-F7B1D7D3313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7" name="Date Placeholder 6">
            <a:extLst>
              <a:ext uri="{FF2B5EF4-FFF2-40B4-BE49-F238E27FC236}">
                <a16:creationId xmlns:a16="http://schemas.microsoft.com/office/drawing/2014/main" id="{2985AA39-F457-1338-F529-6760E15D8DAE}"/>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8" name="Footer Placeholder 7">
            <a:extLst>
              <a:ext uri="{FF2B5EF4-FFF2-40B4-BE49-F238E27FC236}">
                <a16:creationId xmlns:a16="http://schemas.microsoft.com/office/drawing/2014/main" id="{3B603CEA-E72F-12AF-511A-844DA223E457}"/>
              </a:ext>
            </a:extLst>
          </p:cNvPr>
          <p:cNvSpPr>
            <a:spLocks noGrp="1"/>
          </p:cNvSpPr>
          <p:nvPr>
            <p:ph type="ftr" sz="quarter" idx="11"/>
          </p:nvPr>
        </p:nvSpPr>
        <p:spPr/>
        <p:txBody>
          <a:bodyPr/>
          <a:lstStyle/>
          <a:p>
            <a:endParaRPr lang="en-FI"/>
          </a:p>
        </p:txBody>
      </p:sp>
      <p:sp>
        <p:nvSpPr>
          <p:cNvPr id="9" name="Slide Number Placeholder 8">
            <a:extLst>
              <a:ext uri="{FF2B5EF4-FFF2-40B4-BE49-F238E27FC236}">
                <a16:creationId xmlns:a16="http://schemas.microsoft.com/office/drawing/2014/main" id="{19DC1D4B-0DAC-631A-7E88-279099808A22}"/>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245773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6B179-8190-FEAA-DFC1-93F558185D02}"/>
              </a:ext>
            </a:extLst>
          </p:cNvPr>
          <p:cNvSpPr>
            <a:spLocks noGrp="1"/>
          </p:cNvSpPr>
          <p:nvPr>
            <p:ph type="title"/>
          </p:nvPr>
        </p:nvSpPr>
        <p:spPr/>
        <p:txBody>
          <a:bodyPr/>
          <a:lstStyle/>
          <a:p>
            <a:r>
              <a:rPr lang="en-GB"/>
              <a:t>Click to edit Master title style</a:t>
            </a:r>
            <a:endParaRPr lang="en-FI"/>
          </a:p>
        </p:txBody>
      </p:sp>
      <p:sp>
        <p:nvSpPr>
          <p:cNvPr id="3" name="Date Placeholder 2">
            <a:extLst>
              <a:ext uri="{FF2B5EF4-FFF2-40B4-BE49-F238E27FC236}">
                <a16:creationId xmlns:a16="http://schemas.microsoft.com/office/drawing/2014/main" id="{9ABFA7AC-A24F-2467-0FC6-7AD5B839E1F0}"/>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4" name="Footer Placeholder 3">
            <a:extLst>
              <a:ext uri="{FF2B5EF4-FFF2-40B4-BE49-F238E27FC236}">
                <a16:creationId xmlns:a16="http://schemas.microsoft.com/office/drawing/2014/main" id="{F0AA7D5C-3F70-8F2D-D0A6-3817B29AEA82}"/>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2801CCCC-D7DF-9D1B-6D55-71FE79259F12}"/>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3708720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D75A2-5413-E83A-90A3-778838371A2D}"/>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3" name="Footer Placeholder 2">
            <a:extLst>
              <a:ext uri="{FF2B5EF4-FFF2-40B4-BE49-F238E27FC236}">
                <a16:creationId xmlns:a16="http://schemas.microsoft.com/office/drawing/2014/main" id="{663BFC6E-E69E-F6FE-8BB5-1FF370EE4B2D}"/>
              </a:ext>
            </a:extLst>
          </p:cNvPr>
          <p:cNvSpPr>
            <a:spLocks noGrp="1"/>
          </p:cNvSpPr>
          <p:nvPr>
            <p:ph type="ftr" sz="quarter" idx="11"/>
          </p:nvPr>
        </p:nvSpPr>
        <p:spPr/>
        <p:txBody>
          <a:bodyPr/>
          <a:lstStyle/>
          <a:p>
            <a:endParaRPr lang="en-FI"/>
          </a:p>
        </p:txBody>
      </p:sp>
      <p:sp>
        <p:nvSpPr>
          <p:cNvPr id="4" name="Slide Number Placeholder 3">
            <a:extLst>
              <a:ext uri="{FF2B5EF4-FFF2-40B4-BE49-F238E27FC236}">
                <a16:creationId xmlns:a16="http://schemas.microsoft.com/office/drawing/2014/main" id="{1EF91A8A-6654-C2D8-7610-2AAFA26F4FCC}"/>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536685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1E7AC-BD78-BA1C-E2F1-45ADE48211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Content Placeholder 2">
            <a:extLst>
              <a:ext uri="{FF2B5EF4-FFF2-40B4-BE49-F238E27FC236}">
                <a16:creationId xmlns:a16="http://schemas.microsoft.com/office/drawing/2014/main" id="{F8C6B598-A319-3BBE-19B5-D94BD32FC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Text Placeholder 3">
            <a:extLst>
              <a:ext uri="{FF2B5EF4-FFF2-40B4-BE49-F238E27FC236}">
                <a16:creationId xmlns:a16="http://schemas.microsoft.com/office/drawing/2014/main" id="{2D0571C5-2AFC-84F4-5CCC-EB2B5B5AD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382122-8D72-9CB6-3FB5-9EB03F1B93B6}"/>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6" name="Footer Placeholder 5">
            <a:extLst>
              <a:ext uri="{FF2B5EF4-FFF2-40B4-BE49-F238E27FC236}">
                <a16:creationId xmlns:a16="http://schemas.microsoft.com/office/drawing/2014/main" id="{0732AA8D-3DE5-020D-3694-9F79E7E83A8D}"/>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241DD698-474A-778F-C887-F3D57066A3D3}"/>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1230376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DAA9-1FF7-4B93-2F74-0BBA3E4C82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Picture Placeholder 2">
            <a:extLst>
              <a:ext uri="{FF2B5EF4-FFF2-40B4-BE49-F238E27FC236}">
                <a16:creationId xmlns:a16="http://schemas.microsoft.com/office/drawing/2014/main" id="{57DE6BCF-213D-EE81-27D0-6EEDD5B328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xt Placeholder 3">
            <a:extLst>
              <a:ext uri="{FF2B5EF4-FFF2-40B4-BE49-F238E27FC236}">
                <a16:creationId xmlns:a16="http://schemas.microsoft.com/office/drawing/2014/main" id="{B69F3CF5-5190-64FD-2032-ADC75A4C99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7A4FD6D-E931-0CCA-EB61-19262A10A68E}"/>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6" name="Footer Placeholder 5">
            <a:extLst>
              <a:ext uri="{FF2B5EF4-FFF2-40B4-BE49-F238E27FC236}">
                <a16:creationId xmlns:a16="http://schemas.microsoft.com/office/drawing/2014/main" id="{471C1CFC-EE57-93DD-540A-76D53D1A4178}"/>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34CC2A93-1DB7-30BB-2017-06BA2DCB6063}"/>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363236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0793E-0BD2-F55A-75A3-A06CAA551850}"/>
              </a:ext>
            </a:extLst>
          </p:cNvPr>
          <p:cNvSpPr>
            <a:spLocks noGrp="1"/>
          </p:cNvSpPr>
          <p:nvPr>
            <p:ph type="title"/>
          </p:nvPr>
        </p:nvSpPr>
        <p:spPr/>
        <p:txBody>
          <a:bodyPr/>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3758C2E0-6D1F-DB2E-973C-D6772D1C711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DBBA40DA-E2FD-D33D-2157-2A513385FB74}"/>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92592424-2488-198C-ECF1-4AF05DAE1BD2}"/>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6EFCF4E5-EF7D-CFD4-8F63-DB5C2482CFE1}"/>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594016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4EC87C-5D85-958F-9D31-0BE32E23533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9DD19652-C0F7-0D27-E971-6B752F2FA1E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CFD936B1-1E22-A885-9299-AD37AD8B6A3B}"/>
              </a:ext>
            </a:extLst>
          </p:cNvPr>
          <p:cNvSpPr>
            <a:spLocks noGrp="1"/>
          </p:cNvSpPr>
          <p:nvPr>
            <p:ph type="dt" sz="half" idx="10"/>
          </p:nvPr>
        </p:nvSpPr>
        <p:spPr/>
        <p:txBody>
          <a:body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E1C1F23E-7F59-194E-5B25-9EA1496E297E}"/>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2352F86A-2B67-943D-6EEE-812C216B8DBF}"/>
              </a:ext>
            </a:extLst>
          </p:cNvPr>
          <p:cNvSpPr>
            <a:spLocks noGrp="1"/>
          </p:cNvSpPr>
          <p:nvPr>
            <p:ph type="sldNum" sz="quarter" idx="12"/>
          </p:nvPr>
        </p:nvSpPr>
        <p:spPr/>
        <p:txBody>
          <a:bodyPr/>
          <a:lstStyle/>
          <a:p>
            <a:fld id="{43022E7F-2F01-4445-8E32-A8AEC217BDE1}" type="slidenum">
              <a:rPr lang="en-FI" smtClean="0"/>
              <a:t>‹#›</a:t>
            </a:fld>
            <a:endParaRPr lang="en-FI"/>
          </a:p>
        </p:txBody>
      </p:sp>
    </p:spTree>
    <p:extLst>
      <p:ext uri="{BB962C8B-B14F-4D97-AF65-F5344CB8AC3E}">
        <p14:creationId xmlns:p14="http://schemas.microsoft.com/office/powerpoint/2010/main" val="29687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E24C7-999C-26D7-7102-1B9A8DD236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I"/>
          </a:p>
        </p:txBody>
      </p:sp>
      <p:sp>
        <p:nvSpPr>
          <p:cNvPr id="3" name="Text Placeholder 2">
            <a:extLst>
              <a:ext uri="{FF2B5EF4-FFF2-40B4-BE49-F238E27FC236}">
                <a16:creationId xmlns:a16="http://schemas.microsoft.com/office/drawing/2014/main" id="{BA05147A-A293-9F34-9531-304EBA2D33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29E1CE4A-C496-4747-F6AC-A8D1BF0F57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FE58B-2086-C642-A5B2-DF1F88C1EE51}" type="datetimeFigureOut">
              <a:rPr lang="en-FI" smtClean="0"/>
              <a:t>10/05/2026</a:t>
            </a:fld>
            <a:endParaRPr lang="en-FI"/>
          </a:p>
        </p:txBody>
      </p:sp>
      <p:sp>
        <p:nvSpPr>
          <p:cNvPr id="5" name="Footer Placeholder 4">
            <a:extLst>
              <a:ext uri="{FF2B5EF4-FFF2-40B4-BE49-F238E27FC236}">
                <a16:creationId xmlns:a16="http://schemas.microsoft.com/office/drawing/2014/main" id="{33FBE12A-7DF6-3995-CBC9-24B553321F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I"/>
          </a:p>
        </p:txBody>
      </p:sp>
      <p:sp>
        <p:nvSpPr>
          <p:cNvPr id="6" name="Slide Number Placeholder 5">
            <a:extLst>
              <a:ext uri="{FF2B5EF4-FFF2-40B4-BE49-F238E27FC236}">
                <a16:creationId xmlns:a16="http://schemas.microsoft.com/office/drawing/2014/main" id="{FCC421CE-D3E4-2257-62A4-87032ADB36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022E7F-2F01-4445-8E32-A8AEC217BDE1}" type="slidenum">
              <a:rPr lang="en-FI" smtClean="0"/>
              <a:t>‹#›</a:t>
            </a:fld>
            <a:endParaRPr lang="en-FI"/>
          </a:p>
        </p:txBody>
      </p:sp>
    </p:spTree>
    <p:extLst>
      <p:ext uri="{BB962C8B-B14F-4D97-AF65-F5344CB8AC3E}">
        <p14:creationId xmlns:p14="http://schemas.microsoft.com/office/powerpoint/2010/main" val="168562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customXml" Target="../ink/ink1.xml"/><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7.png"/><Relationship Id="rId11" Type="http://schemas.openxmlformats.org/officeDocument/2006/relationships/customXml" Target="../ink/ink3.xml"/><Relationship Id="rId5" Type="http://schemas.openxmlformats.org/officeDocument/2006/relationships/image" Target="../media/image6.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customXml" Target="../ink/ink2.xml"/><Relationship Id="rId1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jpeg"/><Relationship Id="rId7" Type="http://schemas.openxmlformats.org/officeDocument/2006/relationships/customXml" Target="../ink/ink5.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5.png"/><Relationship Id="rId5" Type="http://schemas.openxmlformats.org/officeDocument/2006/relationships/customXml" Target="../ink/ink4.xml"/><Relationship Id="rId4" Type="http://schemas.openxmlformats.org/officeDocument/2006/relationships/image" Target="../media/image14.png"/><Relationship Id="rId9" Type="http://schemas.openxmlformats.org/officeDocument/2006/relationships/customXml" Target="../ink/ink6.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jpeg"/><Relationship Id="rId7" Type="http://schemas.openxmlformats.org/officeDocument/2006/relationships/customXml" Target="../ink/ink8.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8.png"/><Relationship Id="rId5" Type="http://schemas.openxmlformats.org/officeDocument/2006/relationships/customXml" Target="../ink/ink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20.png"/><Relationship Id="rId7"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customXml" Target="../ink/ink10.xml"/><Relationship Id="rId5" Type="http://schemas.openxmlformats.org/officeDocument/2006/relationships/image" Target="../media/image12.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4.png"/><Relationship Id="rId7"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5.png"/><Relationship Id="rId5" Type="http://schemas.openxmlformats.org/officeDocument/2006/relationships/image" Target="../media/image2.jpeg"/><Relationship Id="rId10" Type="http://schemas.openxmlformats.org/officeDocument/2006/relationships/image" Target="../media/image26.png"/><Relationship Id="rId4" Type="http://schemas.openxmlformats.org/officeDocument/2006/relationships/image" Target="../media/image12.jpeg"/><Relationship Id="rId9" Type="http://schemas.openxmlformats.org/officeDocument/2006/relationships/customXml" Target="../ink/ink11.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F7D788E-2C1B-4EF4-8719-12613771F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452"/>
          </a:xfrm>
          <a:prstGeom prst="rect">
            <a:avLst/>
          </a:prstGeom>
          <a:solidFill>
            <a:srgbClr val="4040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42AA7-07EA-7254-A5F1-8D5710BB5947}"/>
              </a:ext>
            </a:extLst>
          </p:cNvPr>
          <p:cNvSpPr>
            <a:spLocks noGrp="1"/>
          </p:cNvSpPr>
          <p:nvPr>
            <p:ph type="ctrTitle"/>
          </p:nvPr>
        </p:nvSpPr>
        <p:spPr>
          <a:xfrm>
            <a:off x="764949" y="3499076"/>
            <a:ext cx="6053558" cy="2424774"/>
          </a:xfrm>
        </p:spPr>
        <p:txBody>
          <a:bodyPr vert="horz" lIns="91440" tIns="45720" rIns="91440" bIns="45720" rtlCol="0" anchor="ctr">
            <a:normAutofit/>
          </a:bodyPr>
          <a:lstStyle/>
          <a:p>
            <a:pPr algn="l"/>
            <a:r>
              <a:rPr lang="en-US" sz="3100" kern="1200">
                <a:solidFill>
                  <a:srgbClr val="FFFFFF"/>
                </a:solidFill>
                <a:latin typeface="+mj-lt"/>
                <a:ea typeface="+mj-ea"/>
                <a:cs typeface="+mj-cs"/>
              </a:rPr>
              <a:t>CT70A3100 Service Design</a:t>
            </a:r>
            <a:br>
              <a:rPr lang="en-US" sz="3100" kern="1200">
                <a:solidFill>
                  <a:srgbClr val="FFFFFF"/>
                </a:solidFill>
                <a:latin typeface="+mj-lt"/>
                <a:ea typeface="+mj-ea"/>
                <a:cs typeface="+mj-cs"/>
              </a:rPr>
            </a:br>
            <a:r>
              <a:rPr lang="en-US" sz="3100" b="1" kern="1200">
                <a:solidFill>
                  <a:srgbClr val="FFFFFF"/>
                </a:solidFill>
                <a:latin typeface="+mj-lt"/>
                <a:ea typeface="+mj-ea"/>
                <a:cs typeface="+mj-cs"/>
              </a:rPr>
              <a:t>Group Assignment - Service Safari Library Service Scenario 2</a:t>
            </a:r>
            <a:br>
              <a:rPr lang="en-US" sz="3100" b="1" kern="1200">
                <a:solidFill>
                  <a:srgbClr val="FFFFFF"/>
                </a:solidFill>
                <a:latin typeface="+mj-lt"/>
                <a:ea typeface="+mj-ea"/>
                <a:cs typeface="+mj-cs"/>
              </a:rPr>
            </a:br>
            <a:br>
              <a:rPr lang="en-US" sz="3100" kern="1200">
                <a:solidFill>
                  <a:srgbClr val="FFFFFF"/>
                </a:solidFill>
                <a:latin typeface="+mj-lt"/>
                <a:ea typeface="+mj-ea"/>
                <a:cs typeface="+mj-cs"/>
              </a:rPr>
            </a:br>
            <a:endParaRPr lang="en-US" sz="3100" kern="1200">
              <a:solidFill>
                <a:srgbClr val="FFFFFF"/>
              </a:solidFill>
              <a:latin typeface="+mj-lt"/>
              <a:ea typeface="+mj-ea"/>
              <a:cs typeface="+mj-cs"/>
            </a:endParaRPr>
          </a:p>
        </p:txBody>
      </p:sp>
      <p:sp>
        <p:nvSpPr>
          <p:cNvPr id="18" name="Freeform: Shape 17">
            <a:extLst>
              <a:ext uri="{FF2B5EF4-FFF2-40B4-BE49-F238E27FC236}">
                <a16:creationId xmlns:a16="http://schemas.microsoft.com/office/drawing/2014/main" id="{7C54E824-C0F4-480B-BC88-689F50C45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199" y="548"/>
            <a:ext cx="4349752" cy="3142889"/>
          </a:xfrm>
          <a:custGeom>
            <a:avLst/>
            <a:gdLst>
              <a:gd name="connsiteX0" fmla="*/ 229420 w 4349752"/>
              <a:gd name="connsiteY0" fmla="*/ 0 h 3142889"/>
              <a:gd name="connsiteX1" fmla="*/ 4120333 w 4349752"/>
              <a:gd name="connsiteY1" fmla="*/ 0 h 3142889"/>
              <a:gd name="connsiteX2" fmla="*/ 4178840 w 4349752"/>
              <a:gd name="connsiteY2" fmla="*/ 121453 h 3142889"/>
              <a:gd name="connsiteX3" fmla="*/ 4349752 w 4349752"/>
              <a:gd name="connsiteY3" fmla="*/ 968013 h 3142889"/>
              <a:gd name="connsiteX4" fmla="*/ 2174876 w 4349752"/>
              <a:gd name="connsiteY4" fmla="*/ 3142889 h 3142889"/>
              <a:gd name="connsiteX5" fmla="*/ 0 w 4349752"/>
              <a:gd name="connsiteY5" fmla="*/ 968013 h 3142889"/>
              <a:gd name="connsiteX6" fmla="*/ 170913 w 4349752"/>
              <a:gd name="connsiteY6" fmla="*/ 121453 h 314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9752" h="3142889">
                <a:moveTo>
                  <a:pt x="229420" y="0"/>
                </a:moveTo>
                <a:lnTo>
                  <a:pt x="4120333" y="0"/>
                </a:lnTo>
                <a:lnTo>
                  <a:pt x="4178840" y="121453"/>
                </a:lnTo>
                <a:cubicBezTo>
                  <a:pt x="4288894" y="381652"/>
                  <a:pt x="4349752" y="667725"/>
                  <a:pt x="4349752" y="968013"/>
                </a:cubicBezTo>
                <a:cubicBezTo>
                  <a:pt x="4349752" y="2169164"/>
                  <a:pt x="3376027" y="3142889"/>
                  <a:pt x="2174876" y="3142889"/>
                </a:cubicBezTo>
                <a:cubicBezTo>
                  <a:pt x="973725" y="3142889"/>
                  <a:pt x="0" y="2169164"/>
                  <a:pt x="0" y="968013"/>
                </a:cubicBezTo>
                <a:cubicBezTo>
                  <a:pt x="0" y="667725"/>
                  <a:pt x="60858" y="381652"/>
                  <a:pt x="170913" y="12145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8DEA6A1-FC5C-4E6E-BBBF-7E472949B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759" y="1421356"/>
            <a:ext cx="4538241" cy="5436644"/>
          </a:xfrm>
          <a:custGeom>
            <a:avLst/>
            <a:gdLst>
              <a:gd name="connsiteX0" fmla="*/ 3084645 w 4538241"/>
              <a:gd name="connsiteY0" fmla="*/ 0 h 5436644"/>
              <a:gd name="connsiteX1" fmla="*/ 4285328 w 4538241"/>
              <a:gd name="connsiteY1" fmla="*/ 242407 h 5436644"/>
              <a:gd name="connsiteX2" fmla="*/ 4538241 w 4538241"/>
              <a:gd name="connsiteY2" fmla="*/ 364242 h 5436644"/>
              <a:gd name="connsiteX3" fmla="*/ 4538241 w 4538241"/>
              <a:gd name="connsiteY3" fmla="*/ 5436644 h 5436644"/>
              <a:gd name="connsiteX4" fmla="*/ 1091428 w 4538241"/>
              <a:gd name="connsiteY4" fmla="*/ 5436644 h 5436644"/>
              <a:gd name="connsiteX5" fmla="*/ 903472 w 4538241"/>
              <a:gd name="connsiteY5" fmla="*/ 5265818 h 5436644"/>
              <a:gd name="connsiteX6" fmla="*/ 0 w 4538241"/>
              <a:gd name="connsiteY6" fmla="*/ 3084645 h 5436644"/>
              <a:gd name="connsiteX7" fmla="*/ 3084645 w 4538241"/>
              <a:gd name="connsiteY7" fmla="*/ 0 h 543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41" h="5436644">
                <a:moveTo>
                  <a:pt x="3084645" y="0"/>
                </a:moveTo>
                <a:cubicBezTo>
                  <a:pt x="3510546" y="0"/>
                  <a:pt x="3916286" y="86315"/>
                  <a:pt x="4285328" y="242407"/>
                </a:cubicBezTo>
                <a:lnTo>
                  <a:pt x="4538241" y="364242"/>
                </a:lnTo>
                <a:lnTo>
                  <a:pt x="4538241" y="5436644"/>
                </a:lnTo>
                <a:lnTo>
                  <a:pt x="1091428" y="5436644"/>
                </a:lnTo>
                <a:lnTo>
                  <a:pt x="903472" y="5265818"/>
                </a:lnTo>
                <a:cubicBezTo>
                  <a:pt x="345261" y="4707608"/>
                  <a:pt x="0" y="3936446"/>
                  <a:pt x="0" y="3084645"/>
                </a:cubicBezTo>
                <a:cubicBezTo>
                  <a:pt x="0" y="1381043"/>
                  <a:pt x="1381043" y="0"/>
                  <a:pt x="3084645"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96AAAC3B-1954-46B7-BBAC-27DFF5B52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9395" y="0"/>
            <a:ext cx="4023360" cy="2980240"/>
          </a:xfrm>
          <a:custGeom>
            <a:avLst/>
            <a:gdLst>
              <a:gd name="connsiteX0" fmla="*/ 248676 w 4023360"/>
              <a:gd name="connsiteY0" fmla="*/ 0 h 2980240"/>
              <a:gd name="connsiteX1" fmla="*/ 3774684 w 4023360"/>
              <a:gd name="connsiteY1" fmla="*/ 0 h 2980240"/>
              <a:gd name="connsiteX2" fmla="*/ 3780561 w 4023360"/>
              <a:gd name="connsiteY2" fmla="*/ 9674 h 2980240"/>
              <a:gd name="connsiteX3" fmla="*/ 4023360 w 4023360"/>
              <a:gd name="connsiteY3" fmla="*/ 968560 h 2980240"/>
              <a:gd name="connsiteX4" fmla="*/ 2011680 w 4023360"/>
              <a:gd name="connsiteY4" fmla="*/ 2980240 h 2980240"/>
              <a:gd name="connsiteX5" fmla="*/ 0 w 4023360"/>
              <a:gd name="connsiteY5" fmla="*/ 968560 h 2980240"/>
              <a:gd name="connsiteX6" fmla="*/ 242799 w 4023360"/>
              <a:gd name="connsiteY6" fmla="*/ 9674 h 298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3360" h="2980240">
                <a:moveTo>
                  <a:pt x="248676" y="0"/>
                </a:moveTo>
                <a:lnTo>
                  <a:pt x="3774684" y="0"/>
                </a:lnTo>
                <a:lnTo>
                  <a:pt x="3780561" y="9674"/>
                </a:lnTo>
                <a:cubicBezTo>
                  <a:pt x="3935405" y="294716"/>
                  <a:pt x="4023360" y="621366"/>
                  <a:pt x="4023360" y="968560"/>
                </a:cubicBezTo>
                <a:cubicBezTo>
                  <a:pt x="4023360" y="2079580"/>
                  <a:pt x="3122700" y="2980240"/>
                  <a:pt x="2011680" y="2980240"/>
                </a:cubicBezTo>
                <a:cubicBezTo>
                  <a:pt x="900660" y="2980240"/>
                  <a:pt x="0" y="2079580"/>
                  <a:pt x="0" y="968560"/>
                </a:cubicBezTo>
                <a:cubicBezTo>
                  <a:pt x="0" y="621366"/>
                  <a:pt x="87955" y="294716"/>
                  <a:pt x="242799" y="967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54D48E96-DBAE-384D-A156-080301007A09}"/>
              </a:ext>
            </a:extLst>
          </p:cNvPr>
          <p:cNvSpPr>
            <a:spLocks noGrp="1"/>
          </p:cNvSpPr>
          <p:nvPr>
            <p:ph type="subTitle" idx="1"/>
          </p:nvPr>
        </p:nvSpPr>
        <p:spPr>
          <a:xfrm>
            <a:off x="4215161" y="152987"/>
            <a:ext cx="3448497" cy="2097081"/>
          </a:xfrm>
        </p:spPr>
        <p:txBody>
          <a:bodyPr vert="horz" lIns="91440" tIns="45720" rIns="91440" bIns="45720" rtlCol="0" anchor="ctr">
            <a:noAutofit/>
          </a:bodyPr>
          <a:lstStyle/>
          <a:p>
            <a:pPr indent="-228600" algn="l">
              <a:buFont typeface="Arial" panose="020B0604020202020204" pitchFamily="34" charset="0"/>
              <a:buChar char="•"/>
            </a:pPr>
            <a:r>
              <a:rPr lang="en-US" sz="1800" b="1"/>
              <a:t>Group 6 </a:t>
            </a:r>
            <a:endParaRPr lang="en-US" altLang="ko-KR" sz="1800">
              <a:ea typeface="맑은 고딕"/>
            </a:endParaRPr>
          </a:p>
          <a:p>
            <a:pPr indent="-228600" algn="l">
              <a:buFont typeface="Arial" panose="020B0604020202020204" pitchFamily="34" charset="0"/>
              <a:buChar char="•"/>
            </a:pPr>
            <a:r>
              <a:rPr lang="en-US" sz="1800"/>
              <a:t>Hyechan Shin </a:t>
            </a:r>
          </a:p>
          <a:p>
            <a:pPr indent="-228600" algn="l">
              <a:buFont typeface="Arial" panose="020B0604020202020204" pitchFamily="34" charset="0"/>
              <a:buChar char="•"/>
            </a:pPr>
            <a:r>
              <a:rPr lang="en-US" sz="1800"/>
              <a:t>Robert Gabrielsson</a:t>
            </a:r>
          </a:p>
          <a:p>
            <a:pPr indent="-228600" algn="l">
              <a:buFont typeface="Arial" panose="020B0604020202020204" pitchFamily="34" charset="0"/>
              <a:buChar char="•"/>
            </a:pPr>
            <a:r>
              <a:rPr lang="en-US" sz="1800"/>
              <a:t> Juho </a:t>
            </a:r>
            <a:r>
              <a:rPr lang="en-US" sz="1800" err="1"/>
              <a:t>Mänttäri</a:t>
            </a:r>
            <a:r>
              <a:rPr lang="en-US" sz="1800"/>
              <a:t> </a:t>
            </a:r>
          </a:p>
          <a:p>
            <a:pPr indent="-228600" algn="l">
              <a:buFont typeface="Arial" panose="020B0604020202020204" pitchFamily="34" charset="0"/>
              <a:buChar char="•"/>
            </a:pPr>
            <a:r>
              <a:rPr lang="en-US" sz="1800"/>
              <a:t>Amirhossein </a:t>
            </a:r>
            <a:r>
              <a:rPr lang="en-US" sz="1800" err="1"/>
              <a:t>Mirsoleimani</a:t>
            </a:r>
            <a:r>
              <a:rPr lang="en-US" sz="1800"/>
              <a:t> </a:t>
            </a:r>
          </a:p>
          <a:p>
            <a:pPr indent="-228600" algn="l">
              <a:buFont typeface="Arial" panose="020B0604020202020204" pitchFamily="34" charset="0"/>
              <a:buChar char="•"/>
            </a:pPr>
            <a:r>
              <a:rPr lang="en-US" sz="1800"/>
              <a:t>Justyna Neuvonen</a:t>
            </a:r>
          </a:p>
        </p:txBody>
      </p:sp>
      <p:sp>
        <p:nvSpPr>
          <p:cNvPr id="24" name="Freeform: Shape 23">
            <a:extLst>
              <a:ext uri="{FF2B5EF4-FFF2-40B4-BE49-F238E27FC236}">
                <a16:creationId xmlns:a16="http://schemas.microsoft.com/office/drawing/2014/main" id="{A5AD6500-BB62-4AAC-9D2F-C10DDC90C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6897" y="1584494"/>
            <a:ext cx="4375105" cy="5273507"/>
          </a:xfrm>
          <a:custGeom>
            <a:avLst/>
            <a:gdLst>
              <a:gd name="connsiteX0" fmla="*/ 2921508 w 4375105"/>
              <a:gd name="connsiteY0" fmla="*/ 0 h 5273507"/>
              <a:gd name="connsiteX1" fmla="*/ 4314072 w 4375105"/>
              <a:gd name="connsiteY1" fmla="*/ 352611 h 5273507"/>
              <a:gd name="connsiteX2" fmla="*/ 4375105 w 4375105"/>
              <a:gd name="connsiteY2" fmla="*/ 389689 h 5273507"/>
              <a:gd name="connsiteX3" fmla="*/ 4375105 w 4375105"/>
              <a:gd name="connsiteY3" fmla="*/ 5273507 h 5273507"/>
              <a:gd name="connsiteX4" fmla="*/ 1193705 w 4375105"/>
              <a:gd name="connsiteY4" fmla="*/ 5273507 h 5273507"/>
              <a:gd name="connsiteX5" fmla="*/ 1063158 w 4375105"/>
              <a:gd name="connsiteY5" fmla="*/ 5175886 h 5273507"/>
              <a:gd name="connsiteX6" fmla="*/ 0 w 4375105"/>
              <a:gd name="connsiteY6" fmla="*/ 2921508 h 5273507"/>
              <a:gd name="connsiteX7" fmla="*/ 2921508 w 4375105"/>
              <a:gd name="connsiteY7" fmla="*/ 0 h 527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05" h="5273507">
                <a:moveTo>
                  <a:pt x="2921508" y="0"/>
                </a:moveTo>
                <a:cubicBezTo>
                  <a:pt x="3425728" y="0"/>
                  <a:pt x="3900114" y="127735"/>
                  <a:pt x="4314072" y="352611"/>
                </a:cubicBezTo>
                <a:lnTo>
                  <a:pt x="4375105" y="389689"/>
                </a:lnTo>
                <a:lnTo>
                  <a:pt x="4375105" y="5273507"/>
                </a:lnTo>
                <a:lnTo>
                  <a:pt x="1193705" y="5273507"/>
                </a:lnTo>
                <a:lnTo>
                  <a:pt x="1063158" y="5175886"/>
                </a:lnTo>
                <a:cubicBezTo>
                  <a:pt x="413861" y="4640038"/>
                  <a:pt x="0" y="3829104"/>
                  <a:pt x="0" y="2921508"/>
                </a:cubicBezTo>
                <a:cubicBezTo>
                  <a:pt x="0" y="1308004"/>
                  <a:pt x="1308004" y="0"/>
                  <a:pt x="29215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972F7C4-2665-B067-3B33-C4D24D6E2E64}"/>
              </a:ext>
            </a:extLst>
          </p:cNvPr>
          <p:cNvSpPr txBox="1"/>
          <p:nvPr/>
        </p:nvSpPr>
        <p:spPr>
          <a:xfrm>
            <a:off x="8386139" y="3143438"/>
            <a:ext cx="3474621" cy="278041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Library: Find and borrow a digital book at LUT library </a:t>
            </a:r>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r>
              <a:rPr lang="en-US" sz="1700"/>
              <a:t>Scenario 2: You like to read on your tablet or phone and want an online or digital version. Use the LUT library service to meet the scenario’s need and document the service experience</a:t>
            </a:r>
          </a:p>
        </p:txBody>
      </p:sp>
      <p:pic>
        <p:nvPicPr>
          <p:cNvPr id="12" name="luis_humanoide-school-of-magic-inspired-by-harry-potter-289617">
            <a:hlinkClick r:id="" action="ppaction://media"/>
            <a:extLst>
              <a:ext uri="{FF2B5EF4-FFF2-40B4-BE49-F238E27FC236}">
                <a16:creationId xmlns:a16="http://schemas.microsoft.com/office/drawing/2014/main" id="{DC89D8B2-C662-7AE4-E5C6-D943E61BE59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13672" y="-831318"/>
            <a:ext cx="730250" cy="730250"/>
          </a:xfrm>
          <a:prstGeom prst="rect">
            <a:avLst/>
          </a:prstGeom>
        </p:spPr>
      </p:pic>
    </p:spTree>
    <p:extLst>
      <p:ext uri="{BB962C8B-B14F-4D97-AF65-F5344CB8AC3E}">
        <p14:creationId xmlns:p14="http://schemas.microsoft.com/office/powerpoint/2010/main" val="2634466521"/>
      </p:ext>
    </p:extLst>
  </p:cSld>
  <p:clrMapOvr>
    <a:masterClrMapping/>
  </p:clrMapOvr>
  <mc:AlternateContent xmlns:mc="http://schemas.openxmlformats.org/markup-compatibility/2006" xmlns:p14="http://schemas.microsoft.com/office/powerpoint/2010/main">
    <mc:Choice Requires="p14">
      <p:transition spd="slow" p14:dur="2000" advTm="5858"/>
    </mc:Choice>
    <mc:Fallback xmlns="">
      <p:transition spd="slow" advTm="58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7" repeatCount="indefinite" fill="hold"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998A44D-E28F-AD88-49A8-2565AF7AB13F}"/>
              </a:ext>
            </a:extLst>
          </p:cNvPr>
          <p:cNvSpPr txBox="1"/>
          <p:nvPr/>
        </p:nvSpPr>
        <p:spPr>
          <a:xfrm>
            <a:off x="152748" y="5806586"/>
            <a:ext cx="11889731" cy="461665"/>
          </a:xfrm>
          <a:prstGeom prst="rect">
            <a:avLst/>
          </a:prstGeom>
          <a:noFill/>
        </p:spPr>
        <p:txBody>
          <a:bodyPr wrap="square" lIns="91440" tIns="45720" rIns="91440" bIns="45720" rtlCol="0" anchor="t">
            <a:spAutoFit/>
          </a:bodyPr>
          <a:lstStyle/>
          <a:p>
            <a:r>
              <a:rPr lang="en-FI" sz="2400"/>
              <a:t>The same goal – to read a book ”Service design from insights to implementation” online! </a:t>
            </a:r>
          </a:p>
        </p:txBody>
      </p:sp>
      <p:sp>
        <p:nvSpPr>
          <p:cNvPr id="6" name="TextBox 5">
            <a:extLst>
              <a:ext uri="{FF2B5EF4-FFF2-40B4-BE49-F238E27FC236}">
                <a16:creationId xmlns:a16="http://schemas.microsoft.com/office/drawing/2014/main" id="{4B229C78-73F0-1DDC-A0CD-1160C5496845}"/>
              </a:ext>
            </a:extLst>
          </p:cNvPr>
          <p:cNvSpPr txBox="1"/>
          <p:nvPr/>
        </p:nvSpPr>
        <p:spPr>
          <a:xfrm>
            <a:off x="8645982" y="1133642"/>
            <a:ext cx="2866768" cy="646331"/>
          </a:xfrm>
          <a:prstGeom prst="rect">
            <a:avLst/>
          </a:prstGeom>
          <a:noFill/>
        </p:spPr>
        <p:txBody>
          <a:bodyPr wrap="square" lIns="91440" tIns="45720" rIns="91440" bIns="45720" rtlCol="0" anchor="t">
            <a:spAutoFit/>
          </a:bodyPr>
          <a:lstStyle/>
          <a:p>
            <a:r>
              <a:rPr lang="en-FI"/>
              <a:t>Antti– veteran, 6th year on master's program.</a:t>
            </a:r>
          </a:p>
        </p:txBody>
      </p:sp>
      <p:sp>
        <p:nvSpPr>
          <p:cNvPr id="5" name="TextBox 4">
            <a:extLst>
              <a:ext uri="{FF2B5EF4-FFF2-40B4-BE49-F238E27FC236}">
                <a16:creationId xmlns:a16="http://schemas.microsoft.com/office/drawing/2014/main" id="{5A877D70-A347-E302-E4A7-B3CF332ED6AB}"/>
              </a:ext>
            </a:extLst>
          </p:cNvPr>
          <p:cNvSpPr txBox="1"/>
          <p:nvPr/>
        </p:nvSpPr>
        <p:spPr>
          <a:xfrm>
            <a:off x="4625918" y="1133642"/>
            <a:ext cx="3146854" cy="923330"/>
          </a:xfrm>
          <a:prstGeom prst="rect">
            <a:avLst/>
          </a:prstGeom>
          <a:noFill/>
        </p:spPr>
        <p:txBody>
          <a:bodyPr wrap="square" lIns="91440" tIns="45720" rIns="91440" bIns="45720" rtlCol="0" anchor="t">
            <a:spAutoFit/>
          </a:bodyPr>
          <a:lstStyle/>
          <a:p>
            <a:r>
              <a:rPr lang="en-FI"/>
              <a:t>Ernesto – smarty-pants, engineer with experience, first year master's program.</a:t>
            </a:r>
            <a:endParaRPr lang="en-US" err="1"/>
          </a:p>
        </p:txBody>
      </p:sp>
      <p:sp>
        <p:nvSpPr>
          <p:cNvPr id="4" name="TextBox 3">
            <a:extLst>
              <a:ext uri="{FF2B5EF4-FFF2-40B4-BE49-F238E27FC236}">
                <a16:creationId xmlns:a16="http://schemas.microsoft.com/office/drawing/2014/main" id="{565B22CA-1DE8-CF26-CC6D-9AC30B6C7529}"/>
              </a:ext>
            </a:extLst>
          </p:cNvPr>
          <p:cNvSpPr txBox="1"/>
          <p:nvPr/>
        </p:nvSpPr>
        <p:spPr>
          <a:xfrm>
            <a:off x="885940" y="1133642"/>
            <a:ext cx="2866768" cy="923330"/>
          </a:xfrm>
          <a:prstGeom prst="rect">
            <a:avLst/>
          </a:prstGeom>
          <a:noFill/>
        </p:spPr>
        <p:txBody>
          <a:bodyPr wrap="square" lIns="91440" tIns="45720" rIns="91440" bIns="45720" rtlCol="0" anchor="t">
            <a:spAutoFit/>
          </a:bodyPr>
          <a:lstStyle/>
          <a:p>
            <a:r>
              <a:rPr lang="en-FI"/>
              <a:t>Veronique – first year master's program student from France</a:t>
            </a:r>
          </a:p>
        </p:txBody>
      </p:sp>
      <p:pic>
        <p:nvPicPr>
          <p:cNvPr id="2" name="Picture 1" descr="A cartoon of a person&#10;&#10;AI-generated content may be incorrect.">
            <a:extLst>
              <a:ext uri="{FF2B5EF4-FFF2-40B4-BE49-F238E27FC236}">
                <a16:creationId xmlns:a16="http://schemas.microsoft.com/office/drawing/2014/main" id="{806D2C9F-86BB-1170-85C2-BF921A0FFC23}"/>
              </a:ext>
            </a:extLst>
          </p:cNvPr>
          <p:cNvPicPr>
            <a:picLocks noChangeAspect="1"/>
          </p:cNvPicPr>
          <p:nvPr/>
        </p:nvPicPr>
        <p:blipFill>
          <a:blip r:embed="rId3"/>
          <a:stretch>
            <a:fillRect/>
          </a:stretch>
        </p:blipFill>
        <p:spPr>
          <a:xfrm>
            <a:off x="1003381" y="2152543"/>
            <a:ext cx="1850596" cy="3276170"/>
          </a:xfrm>
          <a:prstGeom prst="rect">
            <a:avLst/>
          </a:prstGeom>
        </p:spPr>
      </p:pic>
      <p:pic>
        <p:nvPicPr>
          <p:cNvPr id="3" name="Picture 2" descr="A cartoon of a person&#10;&#10;AI-generated content may be incorrect.">
            <a:extLst>
              <a:ext uri="{FF2B5EF4-FFF2-40B4-BE49-F238E27FC236}">
                <a16:creationId xmlns:a16="http://schemas.microsoft.com/office/drawing/2014/main" id="{26E13394-7C34-1CA4-D493-4ACA6D2B8993}"/>
              </a:ext>
            </a:extLst>
          </p:cNvPr>
          <p:cNvPicPr>
            <a:picLocks noChangeAspect="1"/>
          </p:cNvPicPr>
          <p:nvPr/>
        </p:nvPicPr>
        <p:blipFill>
          <a:blip r:embed="rId4"/>
          <a:stretch>
            <a:fillRect/>
          </a:stretch>
        </p:blipFill>
        <p:spPr>
          <a:xfrm>
            <a:off x="4863109" y="2367795"/>
            <a:ext cx="1970697" cy="3060916"/>
          </a:xfrm>
          <a:prstGeom prst="rect">
            <a:avLst/>
          </a:prstGeom>
        </p:spPr>
      </p:pic>
      <p:pic>
        <p:nvPicPr>
          <p:cNvPr id="12" name="Picture 11" descr="A cartoon of a child&#10;&#10;AI-generated content may be incorrect.">
            <a:extLst>
              <a:ext uri="{FF2B5EF4-FFF2-40B4-BE49-F238E27FC236}">
                <a16:creationId xmlns:a16="http://schemas.microsoft.com/office/drawing/2014/main" id="{7CDEFAE4-5994-B6C2-F659-DF37AFE35EBE}"/>
              </a:ext>
            </a:extLst>
          </p:cNvPr>
          <p:cNvPicPr>
            <a:picLocks noChangeAspect="1"/>
          </p:cNvPicPr>
          <p:nvPr/>
        </p:nvPicPr>
        <p:blipFill>
          <a:blip r:embed="rId5"/>
          <a:stretch>
            <a:fillRect/>
          </a:stretch>
        </p:blipFill>
        <p:spPr>
          <a:xfrm>
            <a:off x="8804742" y="2057831"/>
            <a:ext cx="2060447" cy="3495729"/>
          </a:xfrm>
          <a:prstGeom prst="rect">
            <a:avLst/>
          </a:prstGeom>
        </p:spPr>
      </p:pic>
      <p:sp>
        <p:nvSpPr>
          <p:cNvPr id="8" name="TextBox 7">
            <a:extLst>
              <a:ext uri="{FF2B5EF4-FFF2-40B4-BE49-F238E27FC236}">
                <a16:creationId xmlns:a16="http://schemas.microsoft.com/office/drawing/2014/main" id="{B3134E2E-2B1C-E7CD-6848-5F8644B77C17}"/>
              </a:ext>
            </a:extLst>
          </p:cNvPr>
          <p:cNvSpPr txBox="1"/>
          <p:nvPr/>
        </p:nvSpPr>
        <p:spPr>
          <a:xfrm>
            <a:off x="2293494" y="92444"/>
            <a:ext cx="8563232" cy="830997"/>
          </a:xfrm>
          <a:prstGeom prst="rect">
            <a:avLst/>
          </a:prstGeom>
          <a:noFill/>
        </p:spPr>
        <p:txBody>
          <a:bodyPr wrap="square" rtlCol="0">
            <a:spAutoFit/>
          </a:bodyPr>
          <a:lstStyle/>
          <a:p>
            <a:r>
              <a:rPr lang="en-FI" sz="4800"/>
              <a:t>What they have in common?</a:t>
            </a:r>
          </a:p>
        </p:txBody>
      </p:sp>
    </p:spTree>
    <p:custDataLst>
      <p:tags r:id="rId1"/>
    </p:custDataLst>
    <p:extLst>
      <p:ext uri="{BB962C8B-B14F-4D97-AF65-F5344CB8AC3E}">
        <p14:creationId xmlns:p14="http://schemas.microsoft.com/office/powerpoint/2010/main" val="3587284669"/>
      </p:ext>
    </p:extLst>
  </p:cSld>
  <p:clrMapOvr>
    <a:masterClrMapping/>
  </p:clrMapOvr>
  <mc:AlternateContent xmlns:mc="http://schemas.openxmlformats.org/markup-compatibility/2006" xmlns:p14="http://schemas.microsoft.com/office/powerpoint/2010/main">
    <mc:Choice Requires="p14">
      <p:transition spd="slow" p14:dur="2000" advTm="29063"/>
    </mc:Choice>
    <mc:Fallback xmlns="">
      <p:transition spd="slow" advTm="2906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5" grpId="0"/>
      <p:bldP spid="4" grpId="0"/>
      <p:bldP spid="8" grpId="0"/>
    </p:bldLst>
  </p:timing>
  <p:extLst>
    <p:ext uri="{E180D4A7-C9FB-4DFB-919C-405C955672EB}">
      <p14:showEvtLst xmlns:p14="http://schemas.microsoft.com/office/powerpoint/2010/main">
        <p14:playEvt time="20991" objId="9"/>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0067-AC7D-0F53-0FD7-31C7277A1A87}"/>
              </a:ext>
            </a:extLst>
          </p:cNvPr>
          <p:cNvSpPr>
            <a:spLocks noGrp="1"/>
          </p:cNvSpPr>
          <p:nvPr>
            <p:ph type="title"/>
          </p:nvPr>
        </p:nvSpPr>
        <p:spPr>
          <a:xfrm>
            <a:off x="838200" y="365125"/>
            <a:ext cx="2555499" cy="938106"/>
          </a:xfrm>
        </p:spPr>
        <p:txBody>
          <a:bodyPr/>
          <a:lstStyle/>
          <a:p>
            <a:r>
              <a:rPr lang="en-FI"/>
              <a:t>Veronique </a:t>
            </a:r>
          </a:p>
        </p:txBody>
      </p:sp>
      <p:pic>
        <p:nvPicPr>
          <p:cNvPr id="5" name="Picture 4" descr="A cartoon of a person&#10;&#10;AI-generated content may be incorrect.">
            <a:extLst>
              <a:ext uri="{FF2B5EF4-FFF2-40B4-BE49-F238E27FC236}">
                <a16:creationId xmlns:a16="http://schemas.microsoft.com/office/drawing/2014/main" id="{6127039C-42E2-3C82-F1DD-68BF9961079E}"/>
              </a:ext>
            </a:extLst>
          </p:cNvPr>
          <p:cNvPicPr>
            <a:picLocks noChangeAspect="1"/>
          </p:cNvPicPr>
          <p:nvPr/>
        </p:nvPicPr>
        <p:blipFill>
          <a:blip r:embed="rId3"/>
          <a:stretch>
            <a:fillRect/>
          </a:stretch>
        </p:blipFill>
        <p:spPr>
          <a:xfrm>
            <a:off x="603008" y="1691898"/>
            <a:ext cx="2371511" cy="4154407"/>
          </a:xfrm>
          <a:prstGeom prst="rect">
            <a:avLst/>
          </a:prstGeom>
        </p:spPr>
      </p:pic>
      <p:pic>
        <p:nvPicPr>
          <p:cNvPr id="12" name="Picture 11" descr="A screenshot of a web page&#10;&#10;AI-generated content may be incorrect.">
            <a:extLst>
              <a:ext uri="{FF2B5EF4-FFF2-40B4-BE49-F238E27FC236}">
                <a16:creationId xmlns:a16="http://schemas.microsoft.com/office/drawing/2014/main" id="{F7F3A537-91BE-748E-BE82-ADDA65CDB547}"/>
              </a:ext>
            </a:extLst>
          </p:cNvPr>
          <p:cNvPicPr>
            <a:picLocks noChangeAspect="1"/>
          </p:cNvPicPr>
          <p:nvPr/>
        </p:nvPicPr>
        <p:blipFill>
          <a:blip r:embed="rId4"/>
          <a:srcRect l="-861" r="1004"/>
          <a:stretch>
            <a:fillRect/>
          </a:stretch>
        </p:blipFill>
        <p:spPr>
          <a:xfrm>
            <a:off x="6641971" y="2503478"/>
            <a:ext cx="2993001" cy="2097159"/>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1EFE54A3-9EAE-BE4A-B871-B84297305BEB}"/>
              </a:ext>
            </a:extLst>
          </p:cNvPr>
          <p:cNvPicPr>
            <a:picLocks noChangeAspect="1"/>
          </p:cNvPicPr>
          <p:nvPr/>
        </p:nvPicPr>
        <p:blipFill>
          <a:blip r:embed="rId5"/>
          <a:stretch>
            <a:fillRect/>
          </a:stretch>
        </p:blipFill>
        <p:spPr>
          <a:xfrm>
            <a:off x="4310192" y="2156207"/>
            <a:ext cx="7151468" cy="3526799"/>
          </a:xfrm>
          <a:prstGeom prst="rect">
            <a:avLst/>
          </a:prstGeom>
          <a:ln>
            <a:solidFill>
              <a:schemeClr val="tx1">
                <a:lumMod val="95000"/>
                <a:lumOff val="5000"/>
              </a:schemeClr>
            </a:solidFill>
          </a:ln>
        </p:spPr>
      </p:pic>
      <p:pic>
        <p:nvPicPr>
          <p:cNvPr id="14" name="Picture 13" descr="A screenshot of a computer&#10;&#10;AI-generated content may be incorrect.">
            <a:extLst>
              <a:ext uri="{FF2B5EF4-FFF2-40B4-BE49-F238E27FC236}">
                <a16:creationId xmlns:a16="http://schemas.microsoft.com/office/drawing/2014/main" id="{6AE111B6-4D55-5B63-76E8-B04057C15819}"/>
              </a:ext>
            </a:extLst>
          </p:cNvPr>
          <p:cNvPicPr>
            <a:picLocks noChangeAspect="1"/>
          </p:cNvPicPr>
          <p:nvPr/>
        </p:nvPicPr>
        <p:blipFill>
          <a:blip r:embed="rId6"/>
          <a:stretch>
            <a:fillRect/>
          </a:stretch>
        </p:blipFill>
        <p:spPr>
          <a:xfrm>
            <a:off x="5549281" y="1300403"/>
            <a:ext cx="6308981" cy="4732919"/>
          </a:xfrm>
          <a:prstGeom prst="rect">
            <a:avLst/>
          </a:prstGeom>
          <a:ln>
            <a:solidFill>
              <a:schemeClr val="tx1"/>
            </a:solidFill>
          </a:ln>
        </p:spPr>
      </p:pic>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DEF77D11-E7D8-25F3-F7F6-945458120BCC}"/>
                  </a:ext>
                </a:extLst>
              </p14:cNvPr>
              <p14:cNvContentPartPr/>
              <p14:nvPr/>
            </p14:nvContentPartPr>
            <p14:xfrm>
              <a:off x="7402286" y="1547664"/>
              <a:ext cx="1110129" cy="7099"/>
            </p14:xfrm>
          </p:contentPart>
        </mc:Choice>
        <mc:Fallback xmlns="">
          <p:pic>
            <p:nvPicPr>
              <p:cNvPr id="15" name="Ink 14">
                <a:extLst>
                  <a:ext uri="{FF2B5EF4-FFF2-40B4-BE49-F238E27FC236}">
                    <a16:creationId xmlns:a16="http://schemas.microsoft.com/office/drawing/2014/main" id="{DEF77D11-E7D8-25F3-F7F6-945458120BCC}"/>
                  </a:ext>
                </a:extLst>
              </p:cNvPr>
              <p:cNvPicPr/>
              <p:nvPr/>
            </p:nvPicPr>
            <p:blipFill>
              <a:blip r:embed="rId8"/>
              <a:stretch>
                <a:fillRect/>
              </a:stretch>
            </p:blipFill>
            <p:spPr>
              <a:xfrm>
                <a:off x="7384288" y="1524001"/>
                <a:ext cx="1145765" cy="5395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F8DE60F3-1A1D-8F56-0AB1-719AE5BB0492}"/>
                  </a:ext>
                </a:extLst>
              </p14:cNvPr>
              <p14:cNvContentPartPr/>
              <p14:nvPr/>
            </p14:nvContentPartPr>
            <p14:xfrm>
              <a:off x="6096000" y="3104794"/>
              <a:ext cx="714882" cy="7099"/>
            </p14:xfrm>
          </p:contentPart>
        </mc:Choice>
        <mc:Fallback xmlns="">
          <p:pic>
            <p:nvPicPr>
              <p:cNvPr id="18" name="Ink 17">
                <a:extLst>
                  <a:ext uri="{FF2B5EF4-FFF2-40B4-BE49-F238E27FC236}">
                    <a16:creationId xmlns:a16="http://schemas.microsoft.com/office/drawing/2014/main" id="{F8DE60F3-1A1D-8F56-0AB1-719AE5BB0492}"/>
                  </a:ext>
                </a:extLst>
              </p:cNvPr>
              <p:cNvPicPr/>
              <p:nvPr/>
            </p:nvPicPr>
            <p:blipFill>
              <a:blip r:embed="rId10"/>
              <a:stretch>
                <a:fillRect/>
              </a:stretch>
            </p:blipFill>
            <p:spPr>
              <a:xfrm>
                <a:off x="6078011" y="3079440"/>
                <a:ext cx="750500" cy="5729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B598610F-32E6-D538-1CE1-847862D6E1BF}"/>
                  </a:ext>
                </a:extLst>
              </p14:cNvPr>
              <p14:cNvContentPartPr/>
              <p14:nvPr/>
            </p14:nvContentPartPr>
            <p14:xfrm>
              <a:off x="6096000" y="3322508"/>
              <a:ext cx="726665" cy="13501"/>
            </p14:xfrm>
          </p:contentPart>
        </mc:Choice>
        <mc:Fallback xmlns="">
          <p:pic>
            <p:nvPicPr>
              <p:cNvPr id="19" name="Ink 18">
                <a:extLst>
                  <a:ext uri="{FF2B5EF4-FFF2-40B4-BE49-F238E27FC236}">
                    <a16:creationId xmlns:a16="http://schemas.microsoft.com/office/drawing/2014/main" id="{B598610F-32E6-D538-1CE1-847862D6E1BF}"/>
                  </a:ext>
                </a:extLst>
              </p:cNvPr>
              <p:cNvPicPr/>
              <p:nvPr/>
            </p:nvPicPr>
            <p:blipFill>
              <a:blip r:embed="rId12"/>
              <a:stretch>
                <a:fillRect/>
              </a:stretch>
            </p:blipFill>
            <p:spPr>
              <a:xfrm>
                <a:off x="6078013" y="3305199"/>
                <a:ext cx="762279" cy="47773"/>
              </a:xfrm>
              <a:prstGeom prst="rect">
                <a:avLst/>
              </a:prstGeom>
            </p:spPr>
          </p:pic>
        </mc:Fallback>
      </mc:AlternateContent>
      <p:pic>
        <p:nvPicPr>
          <p:cNvPr id="21" name="Picture 20" descr="A screenshot of a computer&#10;&#10;AI-generated content may be incorrect.">
            <a:extLst>
              <a:ext uri="{FF2B5EF4-FFF2-40B4-BE49-F238E27FC236}">
                <a16:creationId xmlns:a16="http://schemas.microsoft.com/office/drawing/2014/main" id="{FBF5F30E-BB7B-1888-8FC8-84CB0D1E9561}"/>
              </a:ext>
            </a:extLst>
          </p:cNvPr>
          <p:cNvPicPr>
            <a:picLocks noChangeAspect="1"/>
          </p:cNvPicPr>
          <p:nvPr/>
        </p:nvPicPr>
        <p:blipFill>
          <a:blip r:embed="rId13"/>
          <a:stretch>
            <a:fillRect/>
          </a:stretch>
        </p:blipFill>
        <p:spPr>
          <a:xfrm>
            <a:off x="6901478" y="1301658"/>
            <a:ext cx="3972847" cy="4788672"/>
          </a:xfrm>
          <a:prstGeom prst="rect">
            <a:avLst/>
          </a:prstGeom>
          <a:ln>
            <a:solidFill>
              <a:schemeClr val="tx1">
                <a:lumMod val="95000"/>
                <a:lumOff val="5000"/>
              </a:schemeClr>
            </a:solidFill>
          </a:ln>
        </p:spPr>
      </p:pic>
      <p:pic>
        <p:nvPicPr>
          <p:cNvPr id="11" name="Picture 10" descr="A black and white outline of a speech bubble&#10;&#10;AI-generated content may be incorrect.">
            <a:extLst>
              <a:ext uri="{FF2B5EF4-FFF2-40B4-BE49-F238E27FC236}">
                <a16:creationId xmlns:a16="http://schemas.microsoft.com/office/drawing/2014/main" id="{4B655AAB-1BF4-A44F-71B9-FD3EEE6CB296}"/>
              </a:ext>
            </a:extLst>
          </p:cNvPr>
          <p:cNvPicPr>
            <a:picLocks noChangeAspect="1"/>
          </p:cNvPicPr>
          <p:nvPr/>
        </p:nvPicPr>
        <p:blipFill>
          <a:blip r:embed="rId14"/>
          <a:stretch>
            <a:fillRect/>
          </a:stretch>
        </p:blipFill>
        <p:spPr>
          <a:xfrm>
            <a:off x="3109143" y="1219142"/>
            <a:ext cx="2561279" cy="1409582"/>
          </a:xfrm>
          <a:prstGeom prst="rect">
            <a:avLst/>
          </a:prstGeom>
        </p:spPr>
      </p:pic>
      <p:sp>
        <p:nvSpPr>
          <p:cNvPr id="26" name="TextBox 25">
            <a:extLst>
              <a:ext uri="{FF2B5EF4-FFF2-40B4-BE49-F238E27FC236}">
                <a16:creationId xmlns:a16="http://schemas.microsoft.com/office/drawing/2014/main" id="{60E73AA6-73A7-8B2B-EC58-561350E8DB47}"/>
              </a:ext>
            </a:extLst>
          </p:cNvPr>
          <p:cNvSpPr txBox="1"/>
          <p:nvPr/>
        </p:nvSpPr>
        <p:spPr>
          <a:xfrm>
            <a:off x="3321828" y="1391157"/>
            <a:ext cx="2773143" cy="7647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a:t>ME   RDE</a:t>
            </a:r>
          </a:p>
        </p:txBody>
      </p:sp>
      <p:pic>
        <p:nvPicPr>
          <p:cNvPr id="4" name="Picture 3" descr="A cartoon of a poop&#10;&#10;AI-generated content may be incorrect.">
            <a:extLst>
              <a:ext uri="{FF2B5EF4-FFF2-40B4-BE49-F238E27FC236}">
                <a16:creationId xmlns:a16="http://schemas.microsoft.com/office/drawing/2014/main" id="{6FBCAAE0-67CC-DFAC-C9C1-F2A870E2F377}"/>
              </a:ext>
            </a:extLst>
          </p:cNvPr>
          <p:cNvPicPr>
            <a:picLocks noChangeAspect="1"/>
          </p:cNvPicPr>
          <p:nvPr/>
        </p:nvPicPr>
        <p:blipFill>
          <a:blip r:embed="rId15"/>
          <a:stretch>
            <a:fillRect/>
          </a:stretch>
        </p:blipFill>
        <p:spPr>
          <a:xfrm>
            <a:off x="3913177" y="1487556"/>
            <a:ext cx="797025" cy="792292"/>
          </a:xfrm>
          <a:prstGeom prst="rect">
            <a:avLst/>
          </a:prstGeom>
        </p:spPr>
      </p:pic>
      <p:sp>
        <p:nvSpPr>
          <p:cNvPr id="3" name="TextBox 2">
            <a:extLst>
              <a:ext uri="{FF2B5EF4-FFF2-40B4-BE49-F238E27FC236}">
                <a16:creationId xmlns:a16="http://schemas.microsoft.com/office/drawing/2014/main" id="{A640B4AD-45C5-18C4-485D-B0D9AB42C0CF}"/>
              </a:ext>
            </a:extLst>
          </p:cNvPr>
          <p:cNvSpPr txBox="1"/>
          <p:nvPr/>
        </p:nvSpPr>
        <p:spPr>
          <a:xfrm>
            <a:off x="3338129" y="110654"/>
            <a:ext cx="536716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Veronique is a good student. She saw this course on Moodle! Be like Veronique, take the Information searching course!</a:t>
            </a:r>
          </a:p>
        </p:txBody>
      </p:sp>
      <p:sp>
        <p:nvSpPr>
          <p:cNvPr id="6" name="TextBox 5">
            <a:extLst>
              <a:ext uri="{FF2B5EF4-FFF2-40B4-BE49-F238E27FC236}">
                <a16:creationId xmlns:a16="http://schemas.microsoft.com/office/drawing/2014/main" id="{CD429D83-A83F-8054-13DC-4FCF2863B12E}"/>
              </a:ext>
            </a:extLst>
          </p:cNvPr>
          <p:cNvSpPr txBox="1"/>
          <p:nvPr/>
        </p:nvSpPr>
        <p:spPr>
          <a:xfrm>
            <a:off x="8702626" y="467295"/>
            <a:ext cx="3288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It was fun till the quiz...</a:t>
            </a:r>
          </a:p>
        </p:txBody>
      </p:sp>
      <p:sp>
        <p:nvSpPr>
          <p:cNvPr id="7" name="TextBox 6">
            <a:extLst>
              <a:ext uri="{FF2B5EF4-FFF2-40B4-BE49-F238E27FC236}">
                <a16:creationId xmlns:a16="http://schemas.microsoft.com/office/drawing/2014/main" id="{5FB36A2D-FD81-E00E-86A2-1FB9858982F9}"/>
              </a:ext>
            </a:extLst>
          </p:cNvPr>
          <p:cNvSpPr txBox="1"/>
          <p:nvPr/>
        </p:nvSpPr>
        <p:spPr>
          <a:xfrm>
            <a:off x="4940716" y="850966"/>
            <a:ext cx="72495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She learned what is Primo and clicked the link to open the main page.</a:t>
            </a:r>
          </a:p>
        </p:txBody>
      </p:sp>
    </p:spTree>
    <p:custDataLst>
      <p:tags r:id="rId1"/>
    </p:custDataLst>
    <p:extLst>
      <p:ext uri="{BB962C8B-B14F-4D97-AF65-F5344CB8AC3E}">
        <p14:creationId xmlns:p14="http://schemas.microsoft.com/office/powerpoint/2010/main" val="3040032960"/>
      </p:ext>
    </p:extLst>
  </p:cSld>
  <p:clrMapOvr>
    <a:masterClrMapping/>
  </p:clrMapOvr>
  <mc:AlternateContent xmlns:mc="http://schemas.openxmlformats.org/markup-compatibility/2006" xmlns:p14="http://schemas.microsoft.com/office/powerpoint/2010/main">
    <mc:Choice Requires="p14">
      <p:transition spd="slow" p14:dur="2000" advTm="31344"/>
    </mc:Choice>
    <mc:Fallback xmlns="">
      <p:transition spd="slow" advTm="313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7"/>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8"/>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5"/>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6" grpId="0"/>
      <p:bldP spid="3" grpId="0"/>
      <p:bldP spid="3" grpId="1"/>
      <p:bldP spid="6" grpId="0"/>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B125C-2A1C-2B1F-2008-C6D896D943E3}"/>
              </a:ext>
            </a:extLst>
          </p:cNvPr>
          <p:cNvSpPr>
            <a:spLocks noGrp="1"/>
          </p:cNvSpPr>
          <p:nvPr>
            <p:ph type="title"/>
          </p:nvPr>
        </p:nvSpPr>
        <p:spPr>
          <a:xfrm>
            <a:off x="535293" y="374591"/>
            <a:ext cx="2214060" cy="1339761"/>
          </a:xfrm>
        </p:spPr>
        <p:txBody>
          <a:bodyPr/>
          <a:lstStyle/>
          <a:p>
            <a:r>
              <a:rPr lang="en-FI"/>
              <a:t>Ernesto  </a:t>
            </a:r>
          </a:p>
        </p:txBody>
      </p:sp>
      <p:pic>
        <p:nvPicPr>
          <p:cNvPr id="5" name="Picture 4" descr="A cartoon of a person&#10;&#10;AI-generated content may be incorrect.">
            <a:extLst>
              <a:ext uri="{FF2B5EF4-FFF2-40B4-BE49-F238E27FC236}">
                <a16:creationId xmlns:a16="http://schemas.microsoft.com/office/drawing/2014/main" id="{C382D84B-398E-DAB2-AB0E-B33D853F7CF9}"/>
              </a:ext>
            </a:extLst>
          </p:cNvPr>
          <p:cNvPicPr>
            <a:picLocks noChangeAspect="1"/>
          </p:cNvPicPr>
          <p:nvPr/>
        </p:nvPicPr>
        <p:blipFill>
          <a:blip r:embed="rId3"/>
          <a:stretch>
            <a:fillRect/>
          </a:stretch>
        </p:blipFill>
        <p:spPr>
          <a:xfrm>
            <a:off x="483661" y="2154681"/>
            <a:ext cx="1970697" cy="3060916"/>
          </a:xfrm>
          <a:prstGeom prst="rect">
            <a:avLst/>
          </a:prstGeom>
        </p:spPr>
      </p:pic>
      <p:sp>
        <p:nvSpPr>
          <p:cNvPr id="6" name="TextBox 5">
            <a:extLst>
              <a:ext uri="{FF2B5EF4-FFF2-40B4-BE49-F238E27FC236}">
                <a16:creationId xmlns:a16="http://schemas.microsoft.com/office/drawing/2014/main" id="{54DD589C-B4E8-6BB0-B306-05D2D8655E87}"/>
              </a:ext>
            </a:extLst>
          </p:cNvPr>
          <p:cNvSpPr txBox="1"/>
          <p:nvPr/>
        </p:nvSpPr>
        <p:spPr>
          <a:xfrm>
            <a:off x="4027119" y="305193"/>
            <a:ext cx="684219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Ernesto decided to Google LUT Library and typed the book title on the main page of the library.</a:t>
            </a:r>
          </a:p>
        </p:txBody>
      </p:sp>
      <p:pic>
        <p:nvPicPr>
          <p:cNvPr id="7" name="Picture 6">
            <a:extLst>
              <a:ext uri="{FF2B5EF4-FFF2-40B4-BE49-F238E27FC236}">
                <a16:creationId xmlns:a16="http://schemas.microsoft.com/office/drawing/2014/main" id="{641A649B-285A-11A6-D7A1-9E22D5C2C4A1}"/>
              </a:ext>
            </a:extLst>
          </p:cNvPr>
          <p:cNvPicPr>
            <a:picLocks noChangeAspect="1"/>
          </p:cNvPicPr>
          <p:nvPr/>
        </p:nvPicPr>
        <p:blipFill>
          <a:blip r:embed="rId4"/>
          <a:stretch>
            <a:fillRect/>
          </a:stretch>
        </p:blipFill>
        <p:spPr>
          <a:xfrm>
            <a:off x="3813469" y="1183230"/>
            <a:ext cx="7471073" cy="5580111"/>
          </a:xfrm>
          <a:prstGeom prst="rect">
            <a:avLst/>
          </a:prstGeom>
          <a:ln>
            <a:solidFill>
              <a:schemeClr val="tx1">
                <a:lumMod val="95000"/>
                <a:lumOff val="5000"/>
              </a:schemeClr>
            </a:solidFill>
          </a:ln>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EDF8526-C7A4-A4D0-64B0-626B76A4E64A}"/>
                  </a:ext>
                </a:extLst>
              </p14:cNvPr>
              <p14:cNvContentPartPr/>
              <p14:nvPr/>
            </p14:nvContentPartPr>
            <p14:xfrm>
              <a:off x="4321155" y="5423925"/>
              <a:ext cx="7099" cy="7099"/>
            </p14:xfrm>
          </p:contentPart>
        </mc:Choice>
        <mc:Fallback xmlns="">
          <p:pic>
            <p:nvPicPr>
              <p:cNvPr id="3" name="Ink 2">
                <a:extLst>
                  <a:ext uri="{FF2B5EF4-FFF2-40B4-BE49-F238E27FC236}">
                    <a16:creationId xmlns:a16="http://schemas.microsoft.com/office/drawing/2014/main" id="{7EDF8526-C7A4-A4D0-64B0-626B76A4E64A}"/>
                  </a:ext>
                </a:extLst>
              </p:cNvPr>
              <p:cNvPicPr/>
              <p:nvPr/>
            </p:nvPicPr>
            <p:blipFill>
              <a:blip r:embed="rId6"/>
              <a:stretch>
                <a:fillRect/>
              </a:stretch>
            </p:blipFill>
            <p:spPr>
              <a:xfrm>
                <a:off x="3966205" y="5068975"/>
                <a:ext cx="709900" cy="7099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02B79C62-F1AD-9DEA-5C4C-199F869CE04A}"/>
                  </a:ext>
                </a:extLst>
              </p14:cNvPr>
              <p14:cNvContentPartPr/>
              <p14:nvPr/>
            </p14:nvContentPartPr>
            <p14:xfrm>
              <a:off x="4288720" y="5418852"/>
              <a:ext cx="2559814" cy="7099"/>
            </p14:xfrm>
          </p:contentPart>
        </mc:Choice>
        <mc:Fallback xmlns="">
          <p:pic>
            <p:nvPicPr>
              <p:cNvPr id="4" name="Ink 3">
                <a:extLst>
                  <a:ext uri="{FF2B5EF4-FFF2-40B4-BE49-F238E27FC236}">
                    <a16:creationId xmlns:a16="http://schemas.microsoft.com/office/drawing/2014/main" id="{02B79C62-F1AD-9DEA-5C4C-199F869CE04A}"/>
                  </a:ext>
                </a:extLst>
              </p:cNvPr>
              <p:cNvPicPr/>
              <p:nvPr/>
            </p:nvPicPr>
            <p:blipFill>
              <a:blip r:embed="rId8"/>
              <a:stretch>
                <a:fillRect/>
              </a:stretch>
            </p:blipFill>
            <p:spPr>
              <a:xfrm>
                <a:off x="4270724" y="5395189"/>
                <a:ext cx="2595447" cy="5395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0B2ECEF9-0E14-1E7D-13FF-D60121538955}"/>
                  </a:ext>
                </a:extLst>
              </p14:cNvPr>
              <p14:cNvContentPartPr/>
              <p14:nvPr/>
            </p14:nvContentPartPr>
            <p14:xfrm>
              <a:off x="4297490" y="5414459"/>
              <a:ext cx="7099" cy="7099"/>
            </p14:xfrm>
          </p:contentPart>
        </mc:Choice>
        <mc:Fallback xmlns="">
          <p:pic>
            <p:nvPicPr>
              <p:cNvPr id="8" name="Ink 7">
                <a:extLst>
                  <a:ext uri="{FF2B5EF4-FFF2-40B4-BE49-F238E27FC236}">
                    <a16:creationId xmlns:a16="http://schemas.microsoft.com/office/drawing/2014/main" id="{0B2ECEF9-0E14-1E7D-13FF-D60121538955}"/>
                  </a:ext>
                </a:extLst>
              </p:cNvPr>
              <p:cNvPicPr/>
              <p:nvPr/>
            </p:nvPicPr>
            <p:blipFill>
              <a:blip r:embed="rId6"/>
              <a:stretch>
                <a:fillRect/>
              </a:stretch>
            </p:blipFill>
            <p:spPr>
              <a:xfrm>
                <a:off x="3942540" y="5059509"/>
                <a:ext cx="709900" cy="709900"/>
              </a:xfrm>
              <a:prstGeom prst="rect">
                <a:avLst/>
              </a:prstGeom>
            </p:spPr>
          </p:pic>
        </mc:Fallback>
      </mc:AlternateContent>
    </p:spTree>
    <p:custDataLst>
      <p:tags r:id="rId1"/>
    </p:custDataLst>
    <p:extLst>
      <p:ext uri="{BB962C8B-B14F-4D97-AF65-F5344CB8AC3E}">
        <p14:creationId xmlns:p14="http://schemas.microsoft.com/office/powerpoint/2010/main" val="850504375"/>
      </p:ext>
    </p:extLst>
  </p:cSld>
  <p:clrMapOvr>
    <a:masterClrMapping/>
  </p:clrMapOvr>
  <mc:AlternateContent xmlns:mc="http://schemas.openxmlformats.org/markup-compatibility/2006" xmlns:p14="http://schemas.microsoft.com/office/powerpoint/2010/main">
    <mc:Choice Requires="p14">
      <p:transition spd="slow" p14:dur="2000" advTm="11072"/>
    </mc:Choice>
    <mc:Fallback xmlns="">
      <p:transition spd="slow" advTm="110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A5EEB-3119-B1E7-5ABA-EF4A66A74A0C}"/>
              </a:ext>
            </a:extLst>
          </p:cNvPr>
          <p:cNvSpPr>
            <a:spLocks noGrp="1"/>
          </p:cNvSpPr>
          <p:nvPr>
            <p:ph type="title"/>
          </p:nvPr>
        </p:nvSpPr>
        <p:spPr>
          <a:xfrm>
            <a:off x="838200" y="365125"/>
            <a:ext cx="2043675" cy="1339761"/>
          </a:xfrm>
        </p:spPr>
        <p:txBody>
          <a:bodyPr/>
          <a:lstStyle/>
          <a:p>
            <a:r>
              <a:rPr lang="en-FI"/>
              <a:t>Antti </a:t>
            </a:r>
          </a:p>
        </p:txBody>
      </p:sp>
      <p:pic>
        <p:nvPicPr>
          <p:cNvPr id="5" name="Picture 4" descr="A cartoon of a child&#10;&#10;AI-generated content may be incorrect.">
            <a:extLst>
              <a:ext uri="{FF2B5EF4-FFF2-40B4-BE49-F238E27FC236}">
                <a16:creationId xmlns:a16="http://schemas.microsoft.com/office/drawing/2014/main" id="{E76F138F-AE4B-BB93-47C6-8C1D892537C7}"/>
              </a:ext>
            </a:extLst>
          </p:cNvPr>
          <p:cNvPicPr>
            <a:picLocks noChangeAspect="1"/>
          </p:cNvPicPr>
          <p:nvPr/>
        </p:nvPicPr>
        <p:blipFill>
          <a:blip r:embed="rId3"/>
          <a:stretch>
            <a:fillRect/>
          </a:stretch>
        </p:blipFill>
        <p:spPr>
          <a:xfrm>
            <a:off x="547590" y="1825356"/>
            <a:ext cx="2060447" cy="3495729"/>
          </a:xfrm>
          <a:prstGeom prst="rect">
            <a:avLst/>
          </a:prstGeom>
        </p:spPr>
      </p:pic>
      <p:sp>
        <p:nvSpPr>
          <p:cNvPr id="4" name="TextBox 3">
            <a:extLst>
              <a:ext uri="{FF2B5EF4-FFF2-40B4-BE49-F238E27FC236}">
                <a16:creationId xmlns:a16="http://schemas.microsoft.com/office/drawing/2014/main" id="{6385065A-0E5D-E651-CDEE-6A59C80131DE}"/>
              </a:ext>
            </a:extLst>
          </p:cNvPr>
          <p:cNvSpPr txBox="1"/>
          <p:nvPr/>
        </p:nvSpPr>
        <p:spPr>
          <a:xfrm>
            <a:off x="3740657" y="267293"/>
            <a:ext cx="74812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Antti, who has already been studying for six years in a master's program, went straight to the eLUT page and opened Quick Links.</a:t>
            </a:r>
          </a:p>
        </p:txBody>
      </p:sp>
      <p:pic>
        <p:nvPicPr>
          <p:cNvPr id="6" name="Picture 5">
            <a:extLst>
              <a:ext uri="{FF2B5EF4-FFF2-40B4-BE49-F238E27FC236}">
                <a16:creationId xmlns:a16="http://schemas.microsoft.com/office/drawing/2014/main" id="{69FF2828-14BD-DDAC-660B-3B59611CDA05}"/>
              </a:ext>
            </a:extLst>
          </p:cNvPr>
          <p:cNvPicPr>
            <a:picLocks noChangeAspect="1"/>
          </p:cNvPicPr>
          <p:nvPr/>
        </p:nvPicPr>
        <p:blipFill>
          <a:blip r:embed="rId4"/>
          <a:stretch>
            <a:fillRect/>
          </a:stretch>
        </p:blipFill>
        <p:spPr>
          <a:xfrm>
            <a:off x="4011967" y="1178498"/>
            <a:ext cx="6302613" cy="5409727"/>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C55C70B4-0F2B-4365-62BB-CB012329E4BA}"/>
                  </a:ext>
                </a:extLst>
              </p14:cNvPr>
              <p14:cNvContentPartPr/>
              <p14:nvPr/>
            </p14:nvContentPartPr>
            <p14:xfrm>
              <a:off x="8500323" y="1478584"/>
              <a:ext cx="738558" cy="7099"/>
            </p14:xfrm>
          </p:contentPart>
        </mc:Choice>
        <mc:Fallback xmlns="">
          <p:pic>
            <p:nvPicPr>
              <p:cNvPr id="9" name="Ink 8">
                <a:extLst>
                  <a:ext uri="{FF2B5EF4-FFF2-40B4-BE49-F238E27FC236}">
                    <a16:creationId xmlns:a16="http://schemas.microsoft.com/office/drawing/2014/main" id="{C55C70B4-0F2B-4365-62BB-CB012329E4BA}"/>
                  </a:ext>
                </a:extLst>
              </p:cNvPr>
              <p:cNvPicPr/>
              <p:nvPr/>
            </p:nvPicPr>
            <p:blipFill>
              <a:blip r:embed="rId6"/>
              <a:stretch>
                <a:fillRect/>
              </a:stretch>
            </p:blipFill>
            <p:spPr>
              <a:xfrm>
                <a:off x="8482327" y="1439145"/>
                <a:ext cx="774190" cy="8518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616E54DF-C6F1-98ED-390C-27341014C8C8}"/>
                  </a:ext>
                </a:extLst>
              </p14:cNvPr>
              <p14:cNvContentPartPr/>
              <p14:nvPr/>
            </p14:nvContentPartPr>
            <p14:xfrm>
              <a:off x="8145354" y="1743575"/>
              <a:ext cx="624661" cy="12338"/>
            </p14:xfrm>
          </p:contentPart>
        </mc:Choice>
        <mc:Fallback xmlns="">
          <p:pic>
            <p:nvPicPr>
              <p:cNvPr id="10" name="Ink 9">
                <a:extLst>
                  <a:ext uri="{FF2B5EF4-FFF2-40B4-BE49-F238E27FC236}">
                    <a16:creationId xmlns:a16="http://schemas.microsoft.com/office/drawing/2014/main" id="{616E54DF-C6F1-98ED-390C-27341014C8C8}"/>
                  </a:ext>
                </a:extLst>
              </p:cNvPr>
              <p:cNvPicPr/>
              <p:nvPr/>
            </p:nvPicPr>
            <p:blipFill>
              <a:blip r:embed="rId8"/>
              <a:stretch>
                <a:fillRect/>
              </a:stretch>
            </p:blipFill>
            <p:spPr>
              <a:xfrm>
                <a:off x="8127363" y="1726439"/>
                <a:ext cx="660284" cy="46268"/>
              </a:xfrm>
              <a:prstGeom prst="rect">
                <a:avLst/>
              </a:prstGeom>
            </p:spPr>
          </p:pic>
        </mc:Fallback>
      </mc:AlternateContent>
    </p:spTree>
    <p:custDataLst>
      <p:tags r:id="rId1"/>
    </p:custDataLst>
    <p:extLst>
      <p:ext uri="{BB962C8B-B14F-4D97-AF65-F5344CB8AC3E}">
        <p14:creationId xmlns:p14="http://schemas.microsoft.com/office/powerpoint/2010/main" val="658938133"/>
      </p:ext>
    </p:extLst>
  </p:cSld>
  <p:clrMapOvr>
    <a:masterClrMapping/>
  </p:clrMapOvr>
  <mc:AlternateContent xmlns:mc="http://schemas.openxmlformats.org/markup-compatibility/2006" xmlns:p14="http://schemas.microsoft.com/office/powerpoint/2010/main">
    <mc:Choice Requires="p14">
      <p:transition spd="slow" p14:dur="2000" advTm="14076"/>
    </mc:Choice>
    <mc:Fallback xmlns="">
      <p:transition spd="slow" advTm="140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49C334-FB4E-935E-8F63-68BFDF5DB462}"/>
              </a:ext>
            </a:extLst>
          </p:cNvPr>
          <p:cNvSpPr txBox="1"/>
          <p:nvPr/>
        </p:nvSpPr>
        <p:spPr>
          <a:xfrm>
            <a:off x="1419600" y="255528"/>
            <a:ext cx="56210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They have all managed to get to Primo log in page! </a:t>
            </a:r>
          </a:p>
        </p:txBody>
      </p:sp>
      <p:pic>
        <p:nvPicPr>
          <p:cNvPr id="7" name="Picture 6">
            <a:extLst>
              <a:ext uri="{FF2B5EF4-FFF2-40B4-BE49-F238E27FC236}">
                <a16:creationId xmlns:a16="http://schemas.microsoft.com/office/drawing/2014/main" id="{C3A415EB-CA9B-C2EB-D211-D81CFC45B412}"/>
              </a:ext>
            </a:extLst>
          </p:cNvPr>
          <p:cNvPicPr>
            <a:picLocks noChangeAspect="1"/>
          </p:cNvPicPr>
          <p:nvPr/>
        </p:nvPicPr>
        <p:blipFill>
          <a:blip r:embed="rId3"/>
          <a:stretch>
            <a:fillRect/>
          </a:stretch>
        </p:blipFill>
        <p:spPr>
          <a:xfrm>
            <a:off x="3522832" y="1031776"/>
            <a:ext cx="6040857" cy="5826224"/>
          </a:xfrm>
          <a:prstGeom prst="rect">
            <a:avLst/>
          </a:prstGeom>
        </p:spPr>
      </p:pic>
      <p:pic>
        <p:nvPicPr>
          <p:cNvPr id="9" name="Picture 8" descr="A cartoon of a person&#10;&#10;AI-generated content may be incorrect.">
            <a:extLst>
              <a:ext uri="{FF2B5EF4-FFF2-40B4-BE49-F238E27FC236}">
                <a16:creationId xmlns:a16="http://schemas.microsoft.com/office/drawing/2014/main" id="{8F30F1D8-89B9-FD3E-C5B9-75EBC53C9D80}"/>
              </a:ext>
            </a:extLst>
          </p:cNvPr>
          <p:cNvPicPr>
            <a:picLocks noChangeAspect="1"/>
          </p:cNvPicPr>
          <p:nvPr/>
        </p:nvPicPr>
        <p:blipFill>
          <a:blip r:embed="rId4"/>
          <a:stretch>
            <a:fillRect/>
          </a:stretch>
        </p:blipFill>
        <p:spPr>
          <a:xfrm>
            <a:off x="336039" y="1352680"/>
            <a:ext cx="1169056" cy="2078741"/>
          </a:xfrm>
          <a:prstGeom prst="rect">
            <a:avLst/>
          </a:prstGeom>
        </p:spPr>
      </p:pic>
      <p:pic>
        <p:nvPicPr>
          <p:cNvPr id="11" name="Picture 10" descr="A cartoon of a person&#10;&#10;AI-generated content may be incorrect.">
            <a:extLst>
              <a:ext uri="{FF2B5EF4-FFF2-40B4-BE49-F238E27FC236}">
                <a16:creationId xmlns:a16="http://schemas.microsoft.com/office/drawing/2014/main" id="{B460C707-2CCC-F1A2-7326-61BB4FEE33D2}"/>
              </a:ext>
            </a:extLst>
          </p:cNvPr>
          <p:cNvPicPr>
            <a:picLocks noChangeAspect="1"/>
          </p:cNvPicPr>
          <p:nvPr/>
        </p:nvPicPr>
        <p:blipFill>
          <a:blip r:embed="rId5"/>
          <a:stretch>
            <a:fillRect/>
          </a:stretch>
        </p:blipFill>
        <p:spPr>
          <a:xfrm>
            <a:off x="2174810" y="4890441"/>
            <a:ext cx="1014648" cy="1570048"/>
          </a:xfrm>
          <a:prstGeom prst="rect">
            <a:avLst/>
          </a:prstGeom>
        </p:spPr>
      </p:pic>
      <p:pic>
        <p:nvPicPr>
          <p:cNvPr id="13" name="Picture 12" descr="A cartoon of a child&#10;&#10;AI-generated content may be incorrect.">
            <a:extLst>
              <a:ext uri="{FF2B5EF4-FFF2-40B4-BE49-F238E27FC236}">
                <a16:creationId xmlns:a16="http://schemas.microsoft.com/office/drawing/2014/main" id="{BD1313C1-F950-EE93-FDF8-F5E9F5E0A621}"/>
              </a:ext>
            </a:extLst>
          </p:cNvPr>
          <p:cNvPicPr>
            <a:picLocks noChangeAspect="1"/>
          </p:cNvPicPr>
          <p:nvPr/>
        </p:nvPicPr>
        <p:blipFill>
          <a:blip r:embed="rId6"/>
          <a:stretch>
            <a:fillRect/>
          </a:stretch>
        </p:blipFill>
        <p:spPr>
          <a:xfrm>
            <a:off x="10418667" y="4021994"/>
            <a:ext cx="1057068" cy="1853406"/>
          </a:xfrm>
          <a:prstGeom prst="rect">
            <a:avLst/>
          </a:prstGeom>
        </p:spPr>
      </p:pic>
      <p:pic>
        <p:nvPicPr>
          <p:cNvPr id="15" name="Picture 14" descr="A black and white outline of a speech bubble&#10;&#10;AI-generated content may be incorrect.">
            <a:extLst>
              <a:ext uri="{FF2B5EF4-FFF2-40B4-BE49-F238E27FC236}">
                <a16:creationId xmlns:a16="http://schemas.microsoft.com/office/drawing/2014/main" id="{E9118823-8246-3091-43CA-8616F78BBBA1}"/>
              </a:ext>
            </a:extLst>
          </p:cNvPr>
          <p:cNvPicPr>
            <a:picLocks noChangeAspect="1"/>
          </p:cNvPicPr>
          <p:nvPr/>
        </p:nvPicPr>
        <p:blipFill>
          <a:blip r:embed="rId7"/>
          <a:stretch>
            <a:fillRect/>
          </a:stretch>
        </p:blipFill>
        <p:spPr>
          <a:xfrm>
            <a:off x="1746062" y="1167080"/>
            <a:ext cx="1666757" cy="1414315"/>
          </a:xfrm>
          <a:prstGeom prst="rect">
            <a:avLst/>
          </a:prstGeom>
        </p:spPr>
      </p:pic>
      <p:sp>
        <p:nvSpPr>
          <p:cNvPr id="16" name="TextBox 15">
            <a:extLst>
              <a:ext uri="{FF2B5EF4-FFF2-40B4-BE49-F238E27FC236}">
                <a16:creationId xmlns:a16="http://schemas.microsoft.com/office/drawing/2014/main" id="{39D5D38C-2AE4-A4B9-9D6C-4E698E265A45}"/>
              </a:ext>
            </a:extLst>
          </p:cNvPr>
          <p:cNvSpPr txBox="1"/>
          <p:nvPr/>
        </p:nvSpPr>
        <p:spPr>
          <a:xfrm>
            <a:off x="2041857" y="1277640"/>
            <a:ext cx="12445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AGAIN LOGGING! UGH...</a:t>
            </a:r>
          </a:p>
        </p:txBody>
      </p:sp>
      <p:pic>
        <p:nvPicPr>
          <p:cNvPr id="18" name="Picture 17" descr="A black and white outline of a speech bubble&#10;&#10;AI-generated content may be incorrect.">
            <a:extLst>
              <a:ext uri="{FF2B5EF4-FFF2-40B4-BE49-F238E27FC236}">
                <a16:creationId xmlns:a16="http://schemas.microsoft.com/office/drawing/2014/main" id="{46D25FCD-E17E-18F6-7BF1-50A7F77522AF}"/>
              </a:ext>
            </a:extLst>
          </p:cNvPr>
          <p:cNvPicPr>
            <a:picLocks noChangeAspect="1"/>
          </p:cNvPicPr>
          <p:nvPr/>
        </p:nvPicPr>
        <p:blipFill>
          <a:blip r:embed="rId7"/>
          <a:stretch>
            <a:fillRect/>
          </a:stretch>
        </p:blipFill>
        <p:spPr>
          <a:xfrm flipH="1">
            <a:off x="242709" y="4239691"/>
            <a:ext cx="1930261" cy="1414315"/>
          </a:xfrm>
          <a:prstGeom prst="rect">
            <a:avLst/>
          </a:prstGeom>
        </p:spPr>
      </p:pic>
      <p:sp>
        <p:nvSpPr>
          <p:cNvPr id="19" name="TextBox 18">
            <a:extLst>
              <a:ext uri="{FF2B5EF4-FFF2-40B4-BE49-F238E27FC236}">
                <a16:creationId xmlns:a16="http://schemas.microsoft.com/office/drawing/2014/main" id="{2E050811-1F29-8945-16B5-DADC8AA449A5}"/>
              </a:ext>
            </a:extLst>
          </p:cNvPr>
          <p:cNvSpPr txBox="1"/>
          <p:nvPr/>
        </p:nvSpPr>
        <p:spPr>
          <a:xfrm>
            <a:off x="404266" y="4505491"/>
            <a:ext cx="18361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Log in? Where is my phone...</a:t>
            </a:r>
          </a:p>
        </p:txBody>
      </p:sp>
      <p:pic>
        <p:nvPicPr>
          <p:cNvPr id="21" name="Picture 20" descr="A black and white outline of a speech bubble&#10;&#10;AI-generated content may be incorrect.">
            <a:extLst>
              <a:ext uri="{FF2B5EF4-FFF2-40B4-BE49-F238E27FC236}">
                <a16:creationId xmlns:a16="http://schemas.microsoft.com/office/drawing/2014/main" id="{389151E2-B6F2-CAAE-8462-FE2FECD10899}"/>
              </a:ext>
            </a:extLst>
          </p:cNvPr>
          <p:cNvPicPr>
            <a:picLocks noChangeAspect="1"/>
          </p:cNvPicPr>
          <p:nvPr/>
        </p:nvPicPr>
        <p:blipFill>
          <a:blip r:embed="rId7"/>
          <a:stretch>
            <a:fillRect/>
          </a:stretch>
        </p:blipFill>
        <p:spPr>
          <a:xfrm flipH="1">
            <a:off x="9737892" y="2110824"/>
            <a:ext cx="1930261" cy="1414315"/>
          </a:xfrm>
          <a:prstGeom prst="rect">
            <a:avLst/>
          </a:prstGeom>
        </p:spPr>
      </p:pic>
      <p:sp>
        <p:nvSpPr>
          <p:cNvPr id="22" name="TextBox 21">
            <a:extLst>
              <a:ext uri="{FF2B5EF4-FFF2-40B4-BE49-F238E27FC236}">
                <a16:creationId xmlns:a16="http://schemas.microsoft.com/office/drawing/2014/main" id="{B880445B-7404-E896-8E31-D71CD25AC655}"/>
              </a:ext>
            </a:extLst>
          </p:cNvPr>
          <p:cNvSpPr txBox="1"/>
          <p:nvPr/>
        </p:nvSpPr>
        <p:spPr>
          <a:xfrm>
            <a:off x="10007361" y="2200559"/>
            <a:ext cx="184562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err="1"/>
              <a:t>Upsista</a:t>
            </a:r>
            <a:r>
              <a:rPr lang="en-GB"/>
              <a:t> ss....</a:t>
            </a:r>
          </a:p>
          <a:p>
            <a:r>
              <a:rPr lang="en-GB"/>
              <a:t>Forgot the password.</a:t>
            </a:r>
          </a:p>
        </p:txBody>
      </p:sp>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6F0F53A1-ACB8-ED4C-79C9-ED8924B817DE}"/>
                  </a:ext>
                </a:extLst>
              </p14:cNvPr>
              <p14:cNvContentPartPr/>
              <p14:nvPr/>
            </p14:nvContentPartPr>
            <p14:xfrm>
              <a:off x="8689639" y="1372340"/>
              <a:ext cx="1314916" cy="7099"/>
            </p14:xfrm>
          </p:contentPart>
        </mc:Choice>
        <mc:Fallback xmlns="">
          <p:pic>
            <p:nvPicPr>
              <p:cNvPr id="23" name="Ink 22">
                <a:extLst>
                  <a:ext uri="{FF2B5EF4-FFF2-40B4-BE49-F238E27FC236}">
                    <a16:creationId xmlns:a16="http://schemas.microsoft.com/office/drawing/2014/main" id="{6F0F53A1-ACB8-ED4C-79C9-ED8924B817DE}"/>
                  </a:ext>
                </a:extLst>
              </p:cNvPr>
              <p:cNvPicPr/>
              <p:nvPr/>
            </p:nvPicPr>
            <p:blipFill>
              <a:blip r:embed="rId9"/>
              <a:stretch>
                <a:fillRect/>
              </a:stretch>
            </p:blipFill>
            <p:spPr>
              <a:xfrm>
                <a:off x="8671646" y="1348677"/>
                <a:ext cx="1350542" cy="53952"/>
              </a:xfrm>
              <a:prstGeom prst="rect">
                <a:avLst/>
              </a:prstGeom>
            </p:spPr>
          </p:pic>
        </mc:Fallback>
      </mc:AlternateContent>
    </p:spTree>
    <p:custDataLst>
      <p:tags r:id="rId1"/>
    </p:custDataLst>
    <p:extLst>
      <p:ext uri="{BB962C8B-B14F-4D97-AF65-F5344CB8AC3E}">
        <p14:creationId xmlns:p14="http://schemas.microsoft.com/office/powerpoint/2010/main" val="3637812892"/>
      </p:ext>
    </p:extLst>
  </p:cSld>
  <p:clrMapOvr>
    <a:masterClrMapping/>
  </p:clrMapOvr>
  <mc:AlternateContent xmlns:mc="http://schemas.openxmlformats.org/markup-compatibility/2006" xmlns:p14="http://schemas.microsoft.com/office/powerpoint/2010/main">
    <mc:Choice Requires="p14">
      <p:transition spd="slow" p14:dur="2000" advTm="13983"/>
    </mc:Choice>
    <mc:Fallback xmlns="">
      <p:transition spd="slow" advTm="139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P spid="19"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0E441C-CB28-E185-138E-CD3410FC9A43}"/>
              </a:ext>
            </a:extLst>
          </p:cNvPr>
          <p:cNvPicPr>
            <a:picLocks noChangeAspect="1"/>
          </p:cNvPicPr>
          <p:nvPr/>
        </p:nvPicPr>
        <p:blipFill>
          <a:blip r:embed="rId3"/>
          <a:stretch>
            <a:fillRect/>
          </a:stretch>
        </p:blipFill>
        <p:spPr>
          <a:xfrm>
            <a:off x="1370542" y="279242"/>
            <a:ext cx="8357611" cy="6578758"/>
          </a:xfrm>
          <a:prstGeom prst="rect">
            <a:avLst/>
          </a:prstGeom>
        </p:spPr>
      </p:pic>
      <p:pic>
        <p:nvPicPr>
          <p:cNvPr id="8" name="Picture 7" descr="A cartoon of a child&#10;&#10;AI-generated content may be incorrect.">
            <a:extLst>
              <a:ext uri="{FF2B5EF4-FFF2-40B4-BE49-F238E27FC236}">
                <a16:creationId xmlns:a16="http://schemas.microsoft.com/office/drawing/2014/main" id="{906C018E-B34D-423B-C3A3-41F71D331257}"/>
              </a:ext>
            </a:extLst>
          </p:cNvPr>
          <p:cNvPicPr>
            <a:picLocks noChangeAspect="1"/>
          </p:cNvPicPr>
          <p:nvPr/>
        </p:nvPicPr>
        <p:blipFill>
          <a:blip r:embed="rId4"/>
          <a:stretch>
            <a:fillRect/>
          </a:stretch>
        </p:blipFill>
        <p:spPr>
          <a:xfrm>
            <a:off x="10418667" y="4021994"/>
            <a:ext cx="1057068" cy="1853406"/>
          </a:xfrm>
          <a:prstGeom prst="rect">
            <a:avLst/>
          </a:prstGeom>
        </p:spPr>
      </p:pic>
      <p:pic>
        <p:nvPicPr>
          <p:cNvPr id="10" name="Picture 9" descr="A black and white outline of a speech bubble&#10;&#10;AI-generated content may be incorrect.">
            <a:extLst>
              <a:ext uri="{FF2B5EF4-FFF2-40B4-BE49-F238E27FC236}">
                <a16:creationId xmlns:a16="http://schemas.microsoft.com/office/drawing/2014/main" id="{CF350470-878E-DEA9-DE03-07BC1780C9A2}"/>
              </a:ext>
            </a:extLst>
          </p:cNvPr>
          <p:cNvPicPr>
            <a:picLocks noChangeAspect="1"/>
          </p:cNvPicPr>
          <p:nvPr/>
        </p:nvPicPr>
        <p:blipFill>
          <a:blip r:embed="rId5"/>
          <a:stretch>
            <a:fillRect/>
          </a:stretch>
        </p:blipFill>
        <p:spPr>
          <a:xfrm flipH="1">
            <a:off x="9723695" y="2091892"/>
            <a:ext cx="1944458" cy="1698289"/>
          </a:xfrm>
          <a:prstGeom prst="rect">
            <a:avLst/>
          </a:prstGeom>
        </p:spPr>
      </p:pic>
      <p:sp>
        <p:nvSpPr>
          <p:cNvPr id="12" name="TextBox 11">
            <a:extLst>
              <a:ext uri="{FF2B5EF4-FFF2-40B4-BE49-F238E27FC236}">
                <a16:creationId xmlns:a16="http://schemas.microsoft.com/office/drawing/2014/main" id="{BB417478-23A8-BB50-DF88-FFE9366257A6}"/>
              </a:ext>
            </a:extLst>
          </p:cNvPr>
          <p:cNvSpPr txBox="1"/>
          <p:nvPr/>
        </p:nvSpPr>
        <p:spPr>
          <a:xfrm>
            <a:off x="9964762" y="2352012"/>
            <a:ext cx="183616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Searching for the book was easy!</a:t>
            </a:r>
            <a:endParaRPr lang="en-US"/>
          </a:p>
        </p:txBody>
      </p:sp>
      <p:pic>
        <p:nvPicPr>
          <p:cNvPr id="14" name="Picture 13" descr="A black and white outline of a speech bubble&#10;&#10;AI-generated content may be incorrect.">
            <a:extLst>
              <a:ext uri="{FF2B5EF4-FFF2-40B4-BE49-F238E27FC236}">
                <a16:creationId xmlns:a16="http://schemas.microsoft.com/office/drawing/2014/main" id="{0F0CA663-FF41-8129-20FD-CB13312D2CF2}"/>
              </a:ext>
            </a:extLst>
          </p:cNvPr>
          <p:cNvPicPr>
            <a:picLocks noChangeAspect="1"/>
          </p:cNvPicPr>
          <p:nvPr/>
        </p:nvPicPr>
        <p:blipFill>
          <a:blip r:embed="rId5"/>
          <a:stretch>
            <a:fillRect/>
          </a:stretch>
        </p:blipFill>
        <p:spPr>
          <a:xfrm>
            <a:off x="4631249" y="3058354"/>
            <a:ext cx="1226598" cy="742240"/>
          </a:xfrm>
          <a:prstGeom prst="rect">
            <a:avLst/>
          </a:prstGeom>
        </p:spPr>
      </p:pic>
      <p:sp>
        <p:nvSpPr>
          <p:cNvPr id="15" name="TextBox 14">
            <a:extLst>
              <a:ext uri="{FF2B5EF4-FFF2-40B4-BE49-F238E27FC236}">
                <a16:creationId xmlns:a16="http://schemas.microsoft.com/office/drawing/2014/main" id="{9510542D-B2E3-C032-6190-6FC4A369D2D4}"/>
              </a:ext>
            </a:extLst>
          </p:cNvPr>
          <p:cNvSpPr txBox="1"/>
          <p:nvPr/>
        </p:nvSpPr>
        <p:spPr>
          <a:xfrm>
            <a:off x="4779291" y="3198820"/>
            <a:ext cx="929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a:t>
            </a:r>
          </a:p>
        </p:txBody>
      </p:sp>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3FBD4AE3-4B79-1D34-2727-7A1923B3E66F}"/>
                  </a:ext>
                </a:extLst>
              </p14:cNvPr>
              <p14:cNvContentPartPr/>
              <p14:nvPr/>
            </p14:nvContentPartPr>
            <p14:xfrm>
              <a:off x="3729540" y="3960355"/>
              <a:ext cx="894126" cy="7099"/>
            </p14:xfrm>
          </p:contentPart>
        </mc:Choice>
        <mc:Fallback xmlns="">
          <p:pic>
            <p:nvPicPr>
              <p:cNvPr id="16" name="Ink 15">
                <a:extLst>
                  <a:ext uri="{FF2B5EF4-FFF2-40B4-BE49-F238E27FC236}">
                    <a16:creationId xmlns:a16="http://schemas.microsoft.com/office/drawing/2014/main" id="{3FBD4AE3-4B79-1D34-2727-7A1923B3E66F}"/>
                  </a:ext>
                </a:extLst>
              </p:cNvPr>
              <p:cNvPicPr/>
              <p:nvPr/>
            </p:nvPicPr>
            <p:blipFill>
              <a:blip r:embed="rId7"/>
              <a:stretch>
                <a:fillRect/>
              </a:stretch>
            </p:blipFill>
            <p:spPr>
              <a:xfrm>
                <a:off x="3711550" y="3939476"/>
                <a:ext cx="929747" cy="48440"/>
              </a:xfrm>
              <a:prstGeom prst="rect">
                <a:avLst/>
              </a:prstGeom>
            </p:spPr>
          </p:pic>
        </mc:Fallback>
      </mc:AlternateContent>
    </p:spTree>
    <p:custDataLst>
      <p:tags r:id="rId1"/>
    </p:custDataLst>
    <p:extLst>
      <p:ext uri="{BB962C8B-B14F-4D97-AF65-F5344CB8AC3E}">
        <p14:creationId xmlns:p14="http://schemas.microsoft.com/office/powerpoint/2010/main" val="2377015693"/>
      </p:ext>
    </p:extLst>
  </p:cSld>
  <p:clrMapOvr>
    <a:masterClrMapping/>
  </p:clrMapOvr>
  <mc:AlternateContent xmlns:mc="http://schemas.openxmlformats.org/markup-compatibility/2006" xmlns:p14="http://schemas.microsoft.com/office/powerpoint/2010/main">
    <mc:Choice Requires="p14">
      <p:transition spd="slow" p14:dur="2000" advTm="8995"/>
    </mc:Choice>
    <mc:Fallback xmlns="">
      <p:transition spd="slow" advTm="89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6CF0AC5-A94F-AF66-3985-A58F0BA4163C}"/>
              </a:ext>
            </a:extLst>
          </p:cNvPr>
          <p:cNvPicPr>
            <a:picLocks noChangeAspect="1"/>
          </p:cNvPicPr>
          <p:nvPr/>
        </p:nvPicPr>
        <p:blipFill>
          <a:blip r:embed="rId3"/>
          <a:stretch>
            <a:fillRect/>
          </a:stretch>
        </p:blipFill>
        <p:spPr>
          <a:xfrm>
            <a:off x="4303491" y="1713317"/>
            <a:ext cx="7484944" cy="4870174"/>
          </a:xfrm>
          <a:prstGeom prst="rect">
            <a:avLst/>
          </a:prstGeom>
          <a:ln>
            <a:solidFill>
              <a:schemeClr val="tx1">
                <a:lumMod val="95000"/>
                <a:lumOff val="5000"/>
              </a:schemeClr>
            </a:solidFill>
          </a:ln>
        </p:spPr>
      </p:pic>
      <p:sp>
        <p:nvSpPr>
          <p:cNvPr id="7" name="TextBox 6">
            <a:extLst>
              <a:ext uri="{FF2B5EF4-FFF2-40B4-BE49-F238E27FC236}">
                <a16:creationId xmlns:a16="http://schemas.microsoft.com/office/drawing/2014/main" id="{323C15B4-88FF-5BA2-950B-BFDFE0169FCD}"/>
              </a:ext>
            </a:extLst>
          </p:cNvPr>
          <p:cNvSpPr txBox="1"/>
          <p:nvPr/>
        </p:nvSpPr>
        <p:spPr>
          <a:xfrm>
            <a:off x="439886" y="193989"/>
            <a:ext cx="29051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Now this is the tricky part ;)</a:t>
            </a:r>
          </a:p>
        </p:txBody>
      </p:sp>
      <p:pic>
        <p:nvPicPr>
          <p:cNvPr id="9" name="Picture 8" descr="A black and white outline of a speech bubble&#10;&#10;AI-generated content may be incorrect.">
            <a:extLst>
              <a:ext uri="{FF2B5EF4-FFF2-40B4-BE49-F238E27FC236}">
                <a16:creationId xmlns:a16="http://schemas.microsoft.com/office/drawing/2014/main" id="{0727758F-BBC0-8CBC-029D-753C5D1E52FE}"/>
              </a:ext>
            </a:extLst>
          </p:cNvPr>
          <p:cNvPicPr>
            <a:picLocks noChangeAspect="1"/>
          </p:cNvPicPr>
          <p:nvPr/>
        </p:nvPicPr>
        <p:blipFill>
          <a:blip r:embed="rId4"/>
          <a:stretch>
            <a:fillRect/>
          </a:stretch>
        </p:blipFill>
        <p:spPr>
          <a:xfrm>
            <a:off x="6420293" y="2533000"/>
            <a:ext cx="1226598" cy="742240"/>
          </a:xfrm>
          <a:prstGeom prst="rect">
            <a:avLst/>
          </a:prstGeom>
        </p:spPr>
      </p:pic>
      <p:sp>
        <p:nvSpPr>
          <p:cNvPr id="11" name="TextBox 10">
            <a:extLst>
              <a:ext uri="{FF2B5EF4-FFF2-40B4-BE49-F238E27FC236}">
                <a16:creationId xmlns:a16="http://schemas.microsoft.com/office/drawing/2014/main" id="{ADC4466A-0C63-77AC-7F8B-E8DDC538A589}"/>
              </a:ext>
            </a:extLst>
          </p:cNvPr>
          <p:cNvSpPr txBox="1"/>
          <p:nvPr/>
        </p:nvSpPr>
        <p:spPr>
          <a:xfrm>
            <a:off x="6568335" y="2673466"/>
            <a:ext cx="929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a:t>
            </a:r>
          </a:p>
        </p:txBody>
      </p:sp>
      <p:pic>
        <p:nvPicPr>
          <p:cNvPr id="13" name="Picture 12" descr="A black and white outline of a speech bubble&#10;&#10;AI-generated content may be incorrect.">
            <a:extLst>
              <a:ext uri="{FF2B5EF4-FFF2-40B4-BE49-F238E27FC236}">
                <a16:creationId xmlns:a16="http://schemas.microsoft.com/office/drawing/2014/main" id="{D89EC0A9-5120-367D-ABD9-D5F4A34076F9}"/>
              </a:ext>
            </a:extLst>
          </p:cNvPr>
          <p:cNvPicPr>
            <a:picLocks noChangeAspect="1"/>
          </p:cNvPicPr>
          <p:nvPr/>
        </p:nvPicPr>
        <p:blipFill>
          <a:blip r:embed="rId4"/>
          <a:stretch>
            <a:fillRect/>
          </a:stretch>
        </p:blipFill>
        <p:spPr>
          <a:xfrm flipH="1">
            <a:off x="4362245" y="2674987"/>
            <a:ext cx="1243985" cy="737508"/>
          </a:xfrm>
          <a:prstGeom prst="rect">
            <a:avLst/>
          </a:prstGeom>
        </p:spPr>
      </p:pic>
      <p:sp>
        <p:nvSpPr>
          <p:cNvPr id="15" name="TextBox 14">
            <a:extLst>
              <a:ext uri="{FF2B5EF4-FFF2-40B4-BE49-F238E27FC236}">
                <a16:creationId xmlns:a16="http://schemas.microsoft.com/office/drawing/2014/main" id="{4334AA0B-63AC-79EA-BEC4-2908712097C9}"/>
              </a:ext>
            </a:extLst>
          </p:cNvPr>
          <p:cNvSpPr txBox="1"/>
          <p:nvPr/>
        </p:nvSpPr>
        <p:spPr>
          <a:xfrm>
            <a:off x="4518981" y="2768125"/>
            <a:ext cx="929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a:t>
            </a:r>
          </a:p>
        </p:txBody>
      </p:sp>
      <p:pic>
        <p:nvPicPr>
          <p:cNvPr id="17" name="Picture 16" descr="A cartoon of a person&#10;&#10;AI-generated content may be incorrect.">
            <a:extLst>
              <a:ext uri="{FF2B5EF4-FFF2-40B4-BE49-F238E27FC236}">
                <a16:creationId xmlns:a16="http://schemas.microsoft.com/office/drawing/2014/main" id="{9DD5A497-08D2-8F36-F0EB-044EC994AC3F}"/>
              </a:ext>
            </a:extLst>
          </p:cNvPr>
          <p:cNvPicPr>
            <a:picLocks noChangeAspect="1"/>
          </p:cNvPicPr>
          <p:nvPr/>
        </p:nvPicPr>
        <p:blipFill>
          <a:blip r:embed="rId5"/>
          <a:stretch>
            <a:fillRect/>
          </a:stretch>
        </p:blipFill>
        <p:spPr>
          <a:xfrm>
            <a:off x="336039" y="1352680"/>
            <a:ext cx="1169056" cy="2078741"/>
          </a:xfrm>
          <a:prstGeom prst="rect">
            <a:avLst/>
          </a:prstGeom>
        </p:spPr>
      </p:pic>
      <p:pic>
        <p:nvPicPr>
          <p:cNvPr id="19" name="Picture 18" descr="A black and white outline of a speech bubble&#10;&#10;AI-generated content may be incorrect.">
            <a:extLst>
              <a:ext uri="{FF2B5EF4-FFF2-40B4-BE49-F238E27FC236}">
                <a16:creationId xmlns:a16="http://schemas.microsoft.com/office/drawing/2014/main" id="{B04AD8B9-0FAA-3F9A-F240-9422427229F4}"/>
              </a:ext>
            </a:extLst>
          </p:cNvPr>
          <p:cNvPicPr>
            <a:picLocks noChangeAspect="1"/>
          </p:cNvPicPr>
          <p:nvPr/>
        </p:nvPicPr>
        <p:blipFill>
          <a:blip r:embed="rId4"/>
          <a:stretch>
            <a:fillRect/>
          </a:stretch>
        </p:blipFill>
        <p:spPr>
          <a:xfrm>
            <a:off x="1623006" y="537602"/>
            <a:ext cx="2367229" cy="1986998"/>
          </a:xfrm>
          <a:prstGeom prst="rect">
            <a:avLst/>
          </a:prstGeom>
        </p:spPr>
      </p:pic>
      <p:sp>
        <p:nvSpPr>
          <p:cNvPr id="21" name="TextBox 20">
            <a:extLst>
              <a:ext uri="{FF2B5EF4-FFF2-40B4-BE49-F238E27FC236}">
                <a16:creationId xmlns:a16="http://schemas.microsoft.com/office/drawing/2014/main" id="{28252A2E-5BE5-409F-F99A-4E985BB0A62C}"/>
              </a:ext>
            </a:extLst>
          </p:cNvPr>
          <p:cNvSpPr txBox="1"/>
          <p:nvPr/>
        </p:nvSpPr>
        <p:spPr>
          <a:xfrm>
            <a:off x="2122316" y="738087"/>
            <a:ext cx="12445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WHAT THE</a:t>
            </a:r>
            <a:endParaRPr lang="en-US"/>
          </a:p>
        </p:txBody>
      </p:sp>
      <p:pic>
        <p:nvPicPr>
          <p:cNvPr id="5" name="Content Placeholder 4" descr="A grey seal figurine with black background&#10;&#10;AI-generated content may be incorrect.">
            <a:extLst>
              <a:ext uri="{FF2B5EF4-FFF2-40B4-BE49-F238E27FC236}">
                <a16:creationId xmlns:a16="http://schemas.microsoft.com/office/drawing/2014/main" id="{46B5F8C7-8762-1B56-2D66-00C559518586}"/>
              </a:ext>
            </a:extLst>
          </p:cNvPr>
          <p:cNvPicPr>
            <a:picLocks noGrp="1" noChangeAspect="1"/>
          </p:cNvPicPr>
          <p:nvPr>
            <p:ph idx="1"/>
          </p:nvPr>
        </p:nvPicPr>
        <p:blipFill>
          <a:blip r:embed="rId6"/>
          <a:stretch>
            <a:fillRect/>
          </a:stretch>
        </p:blipFill>
        <p:spPr>
          <a:xfrm>
            <a:off x="2273841" y="1108364"/>
            <a:ext cx="934753" cy="883243"/>
          </a:xfrm>
          <a:prstGeom prst="rect">
            <a:avLst/>
          </a:prstGeom>
        </p:spPr>
      </p:pic>
      <p:sp>
        <p:nvSpPr>
          <p:cNvPr id="23" name="TextBox 22">
            <a:extLst>
              <a:ext uri="{FF2B5EF4-FFF2-40B4-BE49-F238E27FC236}">
                <a16:creationId xmlns:a16="http://schemas.microsoft.com/office/drawing/2014/main" id="{13B4592B-0833-11C3-69C5-1075E466CFA1}"/>
              </a:ext>
            </a:extLst>
          </p:cNvPr>
          <p:cNvSpPr txBox="1"/>
          <p:nvPr/>
        </p:nvSpPr>
        <p:spPr>
          <a:xfrm>
            <a:off x="2214503" y="2595514"/>
            <a:ext cx="199234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Read the name of this animal in French</a:t>
            </a:r>
          </a:p>
        </p:txBody>
      </p:sp>
      <p:cxnSp>
        <p:nvCxnSpPr>
          <p:cNvPr id="24" name="Straight Arrow Connector 23">
            <a:extLst>
              <a:ext uri="{FF2B5EF4-FFF2-40B4-BE49-F238E27FC236}">
                <a16:creationId xmlns:a16="http://schemas.microsoft.com/office/drawing/2014/main" id="{08B896F4-FCEA-E1FA-A544-B6FC693D8242}"/>
              </a:ext>
            </a:extLst>
          </p:cNvPr>
          <p:cNvCxnSpPr/>
          <p:nvPr/>
        </p:nvCxnSpPr>
        <p:spPr>
          <a:xfrm flipH="1" flipV="1">
            <a:off x="2851026" y="1885701"/>
            <a:ext cx="94646" cy="80919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5" descr="A cartoon of a child&#10;&#10;AI-generated content may be incorrect.">
            <a:extLst>
              <a:ext uri="{FF2B5EF4-FFF2-40B4-BE49-F238E27FC236}">
                <a16:creationId xmlns:a16="http://schemas.microsoft.com/office/drawing/2014/main" id="{58C7EC0A-8141-726F-EA1F-AA1BB3560B57}"/>
              </a:ext>
            </a:extLst>
          </p:cNvPr>
          <p:cNvPicPr>
            <a:picLocks noChangeAspect="1"/>
          </p:cNvPicPr>
          <p:nvPr/>
        </p:nvPicPr>
        <p:blipFill>
          <a:blip r:embed="rId7"/>
          <a:stretch>
            <a:fillRect/>
          </a:stretch>
        </p:blipFill>
        <p:spPr>
          <a:xfrm>
            <a:off x="1837884" y="3274192"/>
            <a:ext cx="1057068" cy="1853406"/>
          </a:xfrm>
          <a:prstGeom prst="rect">
            <a:avLst/>
          </a:prstGeom>
        </p:spPr>
      </p:pic>
      <p:pic>
        <p:nvPicPr>
          <p:cNvPr id="28" name="Picture 27" descr="A black and white outline of a speech bubble&#10;&#10;AI-generated content may be incorrect.">
            <a:extLst>
              <a:ext uri="{FF2B5EF4-FFF2-40B4-BE49-F238E27FC236}">
                <a16:creationId xmlns:a16="http://schemas.microsoft.com/office/drawing/2014/main" id="{C735D150-2EBE-AE82-5791-D95E8B968052}"/>
              </a:ext>
            </a:extLst>
          </p:cNvPr>
          <p:cNvPicPr>
            <a:picLocks noChangeAspect="1"/>
          </p:cNvPicPr>
          <p:nvPr/>
        </p:nvPicPr>
        <p:blipFill>
          <a:blip r:embed="rId4"/>
          <a:stretch>
            <a:fillRect/>
          </a:stretch>
        </p:blipFill>
        <p:spPr>
          <a:xfrm>
            <a:off x="2898054" y="3137866"/>
            <a:ext cx="1250260" cy="870030"/>
          </a:xfrm>
          <a:prstGeom prst="rect">
            <a:avLst/>
          </a:prstGeom>
        </p:spPr>
      </p:pic>
      <p:sp>
        <p:nvSpPr>
          <p:cNvPr id="30" name="TextBox 29">
            <a:extLst>
              <a:ext uri="{FF2B5EF4-FFF2-40B4-BE49-F238E27FC236}">
                <a16:creationId xmlns:a16="http://schemas.microsoft.com/office/drawing/2014/main" id="{5873FE2B-0D64-CEEF-E08E-1589257CC40C}"/>
              </a:ext>
            </a:extLst>
          </p:cNvPr>
          <p:cNvSpPr txBox="1"/>
          <p:nvPr/>
        </p:nvSpPr>
        <p:spPr>
          <a:xfrm>
            <a:off x="3177758" y="3274931"/>
            <a:ext cx="8138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err="1"/>
              <a:t>Grrr</a:t>
            </a:r>
            <a:r>
              <a:rPr lang="en-GB"/>
              <a:t>...</a:t>
            </a:r>
            <a:endParaRPr lang="en-US"/>
          </a:p>
        </p:txBody>
      </p:sp>
      <p:pic>
        <p:nvPicPr>
          <p:cNvPr id="32" name="Picture 31" descr="A cartoon of a person&#10;&#10;AI-generated content may be incorrect.">
            <a:extLst>
              <a:ext uri="{FF2B5EF4-FFF2-40B4-BE49-F238E27FC236}">
                <a16:creationId xmlns:a16="http://schemas.microsoft.com/office/drawing/2014/main" id="{6F687684-7290-689A-C779-FF6BAA1E0F9F}"/>
              </a:ext>
            </a:extLst>
          </p:cNvPr>
          <p:cNvPicPr>
            <a:picLocks noChangeAspect="1"/>
          </p:cNvPicPr>
          <p:nvPr/>
        </p:nvPicPr>
        <p:blipFill>
          <a:blip r:embed="rId8"/>
          <a:stretch>
            <a:fillRect/>
          </a:stretch>
        </p:blipFill>
        <p:spPr>
          <a:xfrm>
            <a:off x="1886102" y="5202814"/>
            <a:ext cx="1014648" cy="1570048"/>
          </a:xfrm>
          <a:prstGeom prst="rect">
            <a:avLst/>
          </a:prstGeom>
        </p:spPr>
      </p:pic>
      <p:pic>
        <p:nvPicPr>
          <p:cNvPr id="34" name="Picture 33" descr="A black and white outline of a speech bubble&#10;&#10;AI-generated content may be incorrect.">
            <a:extLst>
              <a:ext uri="{FF2B5EF4-FFF2-40B4-BE49-F238E27FC236}">
                <a16:creationId xmlns:a16="http://schemas.microsoft.com/office/drawing/2014/main" id="{2C0F96FF-1FEF-4EF3-E284-D937F627EB1B}"/>
              </a:ext>
            </a:extLst>
          </p:cNvPr>
          <p:cNvPicPr>
            <a:picLocks noChangeAspect="1"/>
          </p:cNvPicPr>
          <p:nvPr/>
        </p:nvPicPr>
        <p:blipFill>
          <a:blip r:embed="rId4"/>
          <a:stretch>
            <a:fillRect/>
          </a:stretch>
        </p:blipFill>
        <p:spPr>
          <a:xfrm rot="-1200000" flipH="1">
            <a:off x="117390" y="4507650"/>
            <a:ext cx="1608423" cy="1707754"/>
          </a:xfrm>
          <a:prstGeom prst="rect">
            <a:avLst/>
          </a:prstGeom>
        </p:spPr>
      </p:pic>
      <p:sp>
        <p:nvSpPr>
          <p:cNvPr id="36" name="TextBox 35">
            <a:extLst>
              <a:ext uri="{FF2B5EF4-FFF2-40B4-BE49-F238E27FC236}">
                <a16:creationId xmlns:a16="http://schemas.microsoft.com/office/drawing/2014/main" id="{2FD1F98E-F5EF-F8F4-7BF5-DE0A23081075}"/>
              </a:ext>
            </a:extLst>
          </p:cNvPr>
          <p:cNvSpPr txBox="1"/>
          <p:nvPr/>
        </p:nvSpPr>
        <p:spPr>
          <a:xfrm>
            <a:off x="238614" y="4742137"/>
            <a:ext cx="13628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Hey guys you need to click here...</a:t>
            </a:r>
          </a:p>
        </p:txBody>
      </p:sp>
      <mc:AlternateContent xmlns:mc="http://schemas.openxmlformats.org/markup-compatibility/2006" xmlns:p14="http://schemas.microsoft.com/office/powerpoint/2010/main">
        <mc:Choice Requires="p14">
          <p:contentPart p14:bwMode="auto" r:id="rId9">
            <p14:nvContentPartPr>
              <p14:cNvPr id="37" name="Ink 36">
                <a:extLst>
                  <a:ext uri="{FF2B5EF4-FFF2-40B4-BE49-F238E27FC236}">
                    <a16:creationId xmlns:a16="http://schemas.microsoft.com/office/drawing/2014/main" id="{12930329-E693-6190-08B9-306149997395}"/>
                  </a:ext>
                </a:extLst>
              </p14:cNvPr>
              <p14:cNvContentPartPr/>
              <p14:nvPr/>
            </p14:nvContentPartPr>
            <p14:xfrm>
              <a:off x="5769429" y="4088677"/>
              <a:ext cx="1554454" cy="14763"/>
            </p14:xfrm>
          </p:contentPart>
        </mc:Choice>
        <mc:Fallback xmlns="">
          <p:pic>
            <p:nvPicPr>
              <p:cNvPr id="37" name="Ink 36">
                <a:extLst>
                  <a:ext uri="{FF2B5EF4-FFF2-40B4-BE49-F238E27FC236}">
                    <a16:creationId xmlns:a16="http://schemas.microsoft.com/office/drawing/2014/main" id="{12930329-E693-6190-08B9-306149997395}"/>
                  </a:ext>
                </a:extLst>
              </p:cNvPr>
              <p:cNvPicPr/>
              <p:nvPr/>
            </p:nvPicPr>
            <p:blipFill>
              <a:blip r:embed="rId10"/>
              <a:stretch>
                <a:fillRect/>
              </a:stretch>
            </p:blipFill>
            <p:spPr>
              <a:xfrm>
                <a:off x="5751433" y="4071102"/>
                <a:ext cx="1590085" cy="49562"/>
              </a:xfrm>
              <a:prstGeom prst="rect">
                <a:avLst/>
              </a:prstGeom>
            </p:spPr>
          </p:pic>
        </mc:Fallback>
      </mc:AlternateContent>
      <p:pic>
        <p:nvPicPr>
          <p:cNvPr id="40" name="Picture 39" descr="A black and white outline of a speech bubble&#10;&#10;AI-generated content may be incorrect.">
            <a:extLst>
              <a:ext uri="{FF2B5EF4-FFF2-40B4-BE49-F238E27FC236}">
                <a16:creationId xmlns:a16="http://schemas.microsoft.com/office/drawing/2014/main" id="{B2AE1D86-F7B7-45FE-3B03-48DF91FF77D9}"/>
              </a:ext>
            </a:extLst>
          </p:cNvPr>
          <p:cNvPicPr>
            <a:picLocks noChangeAspect="1"/>
          </p:cNvPicPr>
          <p:nvPr/>
        </p:nvPicPr>
        <p:blipFill>
          <a:blip r:embed="rId4"/>
          <a:stretch>
            <a:fillRect/>
          </a:stretch>
        </p:blipFill>
        <p:spPr>
          <a:xfrm>
            <a:off x="7311028" y="3191822"/>
            <a:ext cx="1226598" cy="742240"/>
          </a:xfrm>
          <a:prstGeom prst="rect">
            <a:avLst/>
          </a:prstGeom>
        </p:spPr>
      </p:pic>
      <p:sp>
        <p:nvSpPr>
          <p:cNvPr id="42" name="TextBox 41">
            <a:extLst>
              <a:ext uri="{FF2B5EF4-FFF2-40B4-BE49-F238E27FC236}">
                <a16:creationId xmlns:a16="http://schemas.microsoft.com/office/drawing/2014/main" id="{E2B6E1C8-C9ED-7566-B050-61DFBE701883}"/>
              </a:ext>
            </a:extLst>
          </p:cNvPr>
          <p:cNvSpPr txBox="1"/>
          <p:nvPr/>
        </p:nvSpPr>
        <p:spPr>
          <a:xfrm>
            <a:off x="7459070" y="3332288"/>
            <a:ext cx="929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a:t>
            </a:r>
          </a:p>
        </p:txBody>
      </p:sp>
      <p:pic>
        <p:nvPicPr>
          <p:cNvPr id="43" name="Picture 42" descr="A black and white outline of a speech bubble&#10;&#10;AI-generated content may be incorrect.">
            <a:extLst>
              <a:ext uri="{FF2B5EF4-FFF2-40B4-BE49-F238E27FC236}">
                <a16:creationId xmlns:a16="http://schemas.microsoft.com/office/drawing/2014/main" id="{21B9EAF4-C045-35C4-55A8-91D5AF77D9FF}"/>
              </a:ext>
            </a:extLst>
          </p:cNvPr>
          <p:cNvPicPr>
            <a:picLocks noChangeAspect="1"/>
          </p:cNvPicPr>
          <p:nvPr/>
        </p:nvPicPr>
        <p:blipFill>
          <a:blip r:embed="rId4"/>
          <a:stretch>
            <a:fillRect/>
          </a:stretch>
        </p:blipFill>
        <p:spPr>
          <a:xfrm>
            <a:off x="6487499" y="2595474"/>
            <a:ext cx="1226598" cy="742240"/>
          </a:xfrm>
          <a:prstGeom prst="rect">
            <a:avLst/>
          </a:prstGeom>
        </p:spPr>
      </p:pic>
      <p:sp>
        <p:nvSpPr>
          <p:cNvPr id="44" name="TextBox 43">
            <a:extLst>
              <a:ext uri="{FF2B5EF4-FFF2-40B4-BE49-F238E27FC236}">
                <a16:creationId xmlns:a16="http://schemas.microsoft.com/office/drawing/2014/main" id="{32213D0D-8A49-B556-F3FD-9085D8ED4131}"/>
              </a:ext>
            </a:extLst>
          </p:cNvPr>
          <p:cNvSpPr txBox="1"/>
          <p:nvPr/>
        </p:nvSpPr>
        <p:spPr>
          <a:xfrm>
            <a:off x="6635541" y="2702809"/>
            <a:ext cx="929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a:t>
            </a:r>
          </a:p>
        </p:txBody>
      </p:sp>
    </p:spTree>
    <p:custDataLst>
      <p:tags r:id="rId1"/>
    </p:custDataLst>
    <p:extLst>
      <p:ext uri="{BB962C8B-B14F-4D97-AF65-F5344CB8AC3E}">
        <p14:creationId xmlns:p14="http://schemas.microsoft.com/office/powerpoint/2010/main" val="3558302531"/>
      </p:ext>
    </p:extLst>
  </p:cSld>
  <p:clrMapOvr>
    <a:masterClrMapping/>
  </p:clrMapOvr>
  <mc:AlternateContent xmlns:mc="http://schemas.openxmlformats.org/markup-compatibility/2006" xmlns:p14="http://schemas.microsoft.com/office/powerpoint/2010/main">
    <mc:Choice Requires="p14">
      <p:transition spd="slow" p14:dur="2000" advTm="29064"/>
    </mc:Choice>
    <mc:Fallback xmlns="">
      <p:transition spd="slow" advTm="290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9"/>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13"/>
                                        </p:tgtEl>
                                        <p:attrNameLst>
                                          <p:attrName>style.visibility</p:attrName>
                                        </p:attrNameLst>
                                      </p:cBhvr>
                                      <p:to>
                                        <p:strVal val="hidden"/>
                                      </p:to>
                                    </p:set>
                                  </p:childTnLst>
                                </p:cTn>
                              </p:par>
                              <p:par>
                                <p:cTn id="34" presetID="1" presetClass="exit" presetSubtype="0" fill="hold" grpId="1" nodeType="withEffect">
                                  <p:stCondLst>
                                    <p:cond delay="0"/>
                                  </p:stCondLst>
                                  <p:childTnLst>
                                    <p:set>
                                      <p:cBhvr>
                                        <p:cTn id="35" dur="1" fill="hold">
                                          <p:stCondLst>
                                            <p:cond delay="0"/>
                                          </p:stCondLst>
                                        </p:cTn>
                                        <p:tgtEl>
                                          <p:spTgt spid="1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par>
                                <p:cTn id="52" presetID="2" presetClass="entr" presetSubtype="4"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ppt_x"/>
                                          </p:val>
                                        </p:tav>
                                        <p:tav tm="100000">
                                          <p:val>
                                            <p:strVal val="#ppt_x"/>
                                          </p:val>
                                        </p:tav>
                                      </p:tavLst>
                                    </p:anim>
                                    <p:anim calcmode="lin" valueType="num">
                                      <p:cBhvr additive="base">
                                        <p:cTn id="5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4"/>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4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3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37"/>
                                        </p:tgtEl>
                                        <p:attrNameLst>
                                          <p:attrName>style.visibility</p:attrName>
                                        </p:attrNameLst>
                                      </p:cBhvr>
                                      <p:to>
                                        <p:strVal val="visible"/>
                                      </p:to>
                                    </p:set>
                                    <p:anim calcmode="lin" valueType="num">
                                      <p:cBhvr>
                                        <p:cTn id="92" dur="500" fill="hold"/>
                                        <p:tgtEl>
                                          <p:spTgt spid="37"/>
                                        </p:tgtEl>
                                        <p:attrNameLst>
                                          <p:attrName>ppt_w</p:attrName>
                                        </p:attrNameLst>
                                      </p:cBhvr>
                                      <p:tavLst>
                                        <p:tav tm="0">
                                          <p:val>
                                            <p:fltVal val="0"/>
                                          </p:val>
                                        </p:tav>
                                        <p:tav tm="100000">
                                          <p:val>
                                            <p:strVal val="#ppt_w"/>
                                          </p:val>
                                        </p:tav>
                                      </p:tavLst>
                                    </p:anim>
                                    <p:anim calcmode="lin" valueType="num">
                                      <p:cBhvr>
                                        <p:cTn id="93" dur="500" fill="hold"/>
                                        <p:tgtEl>
                                          <p:spTgt spid="37"/>
                                        </p:tgtEl>
                                        <p:attrNameLst>
                                          <p:attrName>ppt_h</p:attrName>
                                        </p:attrNameLst>
                                      </p:cBhvr>
                                      <p:tavLst>
                                        <p:tav tm="0">
                                          <p:val>
                                            <p:fltVal val="0"/>
                                          </p:val>
                                        </p:tav>
                                        <p:tav tm="100000">
                                          <p:val>
                                            <p:strVal val="#ppt_h"/>
                                          </p:val>
                                        </p:tav>
                                      </p:tavLst>
                                    </p:anim>
                                    <p:animEffect transition="in" filter="fade">
                                      <p:cBhvr>
                                        <p:cTn id="94" dur="500"/>
                                        <p:tgtEl>
                                          <p:spTgt spid="37"/>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1" grpId="1"/>
      <p:bldP spid="15" grpId="0"/>
      <p:bldP spid="15" grpId="1"/>
      <p:bldP spid="21" grpId="0"/>
      <p:bldP spid="23" grpId="0"/>
      <p:bldP spid="30" grpId="0"/>
      <p:bldP spid="36" grpId="0"/>
      <p:bldP spid="42" grpId="0"/>
      <p:bldP spid="44" grpId="0"/>
      <p:bldP spid="4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C28674-DD6A-6AE6-BE46-7326C9894F5D}"/>
              </a:ext>
            </a:extLst>
          </p:cNvPr>
          <p:cNvPicPr>
            <a:picLocks noChangeAspect="1"/>
          </p:cNvPicPr>
          <p:nvPr/>
        </p:nvPicPr>
        <p:blipFill>
          <a:blip r:embed="rId3"/>
          <a:stretch>
            <a:fillRect/>
          </a:stretch>
        </p:blipFill>
        <p:spPr>
          <a:xfrm>
            <a:off x="142775" y="875590"/>
            <a:ext cx="9450065" cy="5651106"/>
          </a:xfrm>
          <a:prstGeom prst="rect">
            <a:avLst/>
          </a:prstGeom>
          <a:ln>
            <a:solidFill>
              <a:schemeClr val="tx1">
                <a:lumMod val="95000"/>
                <a:lumOff val="5000"/>
              </a:schemeClr>
            </a:solidFill>
          </a:ln>
        </p:spPr>
      </p:pic>
      <p:sp>
        <p:nvSpPr>
          <p:cNvPr id="7" name="TextBox 6">
            <a:extLst>
              <a:ext uri="{FF2B5EF4-FFF2-40B4-BE49-F238E27FC236}">
                <a16:creationId xmlns:a16="http://schemas.microsoft.com/office/drawing/2014/main" id="{83B0136D-6795-89B7-067D-6A958E1358EA}"/>
              </a:ext>
            </a:extLst>
          </p:cNvPr>
          <p:cNvSpPr txBox="1"/>
          <p:nvPr/>
        </p:nvSpPr>
        <p:spPr>
          <a:xfrm>
            <a:off x="539448" y="191646"/>
            <a:ext cx="37688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One proper click and you have it!</a:t>
            </a:r>
          </a:p>
        </p:txBody>
      </p:sp>
      <p:pic>
        <p:nvPicPr>
          <p:cNvPr id="9" name="Picture 8" descr="A black and white outline of a speech bubble&#10;&#10;AI-generated content may be incorrect.">
            <a:extLst>
              <a:ext uri="{FF2B5EF4-FFF2-40B4-BE49-F238E27FC236}">
                <a16:creationId xmlns:a16="http://schemas.microsoft.com/office/drawing/2014/main" id="{8F4BDD23-E138-76CA-60A0-4F6B9DE79829}"/>
              </a:ext>
            </a:extLst>
          </p:cNvPr>
          <p:cNvPicPr>
            <a:picLocks noChangeAspect="1"/>
          </p:cNvPicPr>
          <p:nvPr/>
        </p:nvPicPr>
        <p:blipFill>
          <a:blip r:embed="rId4"/>
          <a:stretch>
            <a:fillRect/>
          </a:stretch>
        </p:blipFill>
        <p:spPr>
          <a:xfrm flipH="1">
            <a:off x="9714230" y="2858625"/>
            <a:ext cx="2289961" cy="2001196"/>
          </a:xfrm>
          <a:prstGeom prst="rect">
            <a:avLst/>
          </a:prstGeom>
        </p:spPr>
      </p:pic>
      <p:sp>
        <p:nvSpPr>
          <p:cNvPr id="11" name="TextBox 10">
            <a:extLst>
              <a:ext uri="{FF2B5EF4-FFF2-40B4-BE49-F238E27FC236}">
                <a16:creationId xmlns:a16="http://schemas.microsoft.com/office/drawing/2014/main" id="{B5629E83-FB5B-A49E-0FEA-54A9EF7BFFEB}"/>
              </a:ext>
            </a:extLst>
          </p:cNvPr>
          <p:cNvSpPr txBox="1"/>
          <p:nvPr/>
        </p:nvSpPr>
        <p:spPr>
          <a:xfrm>
            <a:off x="10196674" y="3284398"/>
            <a:ext cx="13960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800"/>
              <a:t>YAY!</a:t>
            </a:r>
            <a:endParaRPr lang="en-US" sz="4800"/>
          </a:p>
        </p:txBody>
      </p:sp>
    </p:spTree>
    <p:custDataLst>
      <p:tags r:id="rId1"/>
    </p:custDataLst>
    <p:extLst>
      <p:ext uri="{BB962C8B-B14F-4D97-AF65-F5344CB8AC3E}">
        <p14:creationId xmlns:p14="http://schemas.microsoft.com/office/powerpoint/2010/main" val="3589421543"/>
      </p:ext>
    </p:extLst>
  </p:cSld>
  <p:clrMapOvr>
    <a:masterClrMapping/>
  </p:clrMapOvr>
  <mc:AlternateContent xmlns:mc="http://schemas.openxmlformats.org/markup-compatibility/2006" xmlns:p14="http://schemas.microsoft.com/office/powerpoint/2010/main">
    <mc:Choice Requires="p14">
      <p:transition spd="slow" p14:dur="2000" advTm="6819"/>
    </mc:Choice>
    <mc:Fallback xmlns="">
      <p:transition spd="slow" advTm="68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24B23AF-AA8D-5BBF-BD05-AC46BAE13D24}"/>
              </a:ext>
            </a:extLst>
          </p:cNvPr>
          <p:cNvPicPr>
            <a:picLocks noChangeAspect="1"/>
          </p:cNvPicPr>
          <p:nvPr/>
        </p:nvPicPr>
        <p:blipFill>
          <a:blip r:embed="rId2"/>
          <a:srcRect l="18621" r="28309" b="6250"/>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3D76229B-4B95-EBA5-96A3-E39A4DB8F5BB}"/>
              </a:ext>
            </a:extLst>
          </p:cNvPr>
          <p:cNvSpPr>
            <a:spLocks noGrp="1"/>
          </p:cNvSpPr>
          <p:nvPr>
            <p:ph idx="1"/>
          </p:nvPr>
        </p:nvSpPr>
        <p:spPr>
          <a:xfrm>
            <a:off x="7105976" y="517704"/>
            <a:ext cx="4727035" cy="5822051"/>
          </a:xfrm>
        </p:spPr>
        <p:txBody>
          <a:bodyPr vert="horz" lIns="91440" tIns="45720" rIns="91440" bIns="45720" rtlCol="0" anchor="t">
            <a:noAutofit/>
          </a:bodyPr>
          <a:lstStyle/>
          <a:p>
            <a:pPr marL="0" indent="0">
              <a:buNone/>
            </a:pPr>
            <a:r>
              <a:rPr lang="en-US" sz="2400" b="1"/>
              <a:t>Service is when</a:t>
            </a:r>
            <a:r>
              <a:rPr lang="en-US" sz="2400"/>
              <a:t> LUT Primo allows you to borrow from a selection of books and medias in the medium that suits you best, in our case it was digital.</a:t>
            </a:r>
          </a:p>
          <a:p>
            <a:pPr marL="0" indent="0">
              <a:buNone/>
            </a:pPr>
            <a:endParaRPr lang="en-US" sz="2400"/>
          </a:p>
          <a:p>
            <a:pPr marL="0" indent="0">
              <a:buNone/>
            </a:pPr>
            <a:r>
              <a:rPr lang="en-US" sz="2400"/>
              <a:t>After all, everyone is happy because nobody needs to buy expensive books.</a:t>
            </a:r>
            <a:endParaRPr lang="en-US"/>
          </a:p>
          <a:p>
            <a:pPr marL="0" indent="0">
              <a:buNone/>
            </a:pPr>
            <a:endParaRPr lang="en-US" sz="2400"/>
          </a:p>
          <a:p>
            <a:pPr marL="0" indent="0">
              <a:buNone/>
            </a:pPr>
            <a:r>
              <a:rPr lang="en-US" sz="2400"/>
              <a:t>Different users, different paths, the same outcome.</a:t>
            </a:r>
          </a:p>
        </p:txBody>
      </p:sp>
    </p:spTree>
    <p:extLst>
      <p:ext uri="{BB962C8B-B14F-4D97-AF65-F5344CB8AC3E}">
        <p14:creationId xmlns:p14="http://schemas.microsoft.com/office/powerpoint/2010/main" val="3284402640"/>
      </p:ext>
    </p:extLst>
  </p:cSld>
  <p:clrMapOvr>
    <a:masterClrMapping/>
  </p:clrMapOvr>
  <mc:AlternateContent xmlns:mc="http://schemas.openxmlformats.org/markup-compatibility/2006" xmlns:p14="http://schemas.microsoft.com/office/powerpoint/2010/main">
    <mc:Choice Requires="p14">
      <p:transition spd="slow" p14:dur="2000" advTm="18219"/>
    </mc:Choice>
    <mc:Fallback xmlns="">
      <p:transition spd="slow" advTm="1821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7|5.5|7.1|3.5|3"/>
</p:tagLst>
</file>

<file path=ppt/tags/tag2.xml><?xml version="1.0" encoding="utf-8"?>
<p:tagLst xmlns:a="http://schemas.openxmlformats.org/drawingml/2006/main" xmlns:r="http://schemas.openxmlformats.org/officeDocument/2006/relationships" xmlns:p="http://schemas.openxmlformats.org/presentationml/2006/main">
  <p:tag name="TIMING" val="|0.9|2.4|8.9|0.7|2|1|4.3|1.2|1.3|1.3|1.4|2.3"/>
</p:tagLst>
</file>

<file path=ppt/tags/tag3.xml><?xml version="1.0" encoding="utf-8"?>
<p:tagLst xmlns:a="http://schemas.openxmlformats.org/drawingml/2006/main" xmlns:r="http://schemas.openxmlformats.org/officeDocument/2006/relationships" xmlns:p="http://schemas.openxmlformats.org/presentationml/2006/main">
  <p:tag name="TIMING" val="|1.1|1.5|5.8"/>
</p:tagLst>
</file>

<file path=ppt/tags/tag4.xml><?xml version="1.0" encoding="utf-8"?>
<p:tagLst xmlns:a="http://schemas.openxmlformats.org/drawingml/2006/main" xmlns:r="http://schemas.openxmlformats.org/officeDocument/2006/relationships" xmlns:p="http://schemas.openxmlformats.org/presentationml/2006/main">
  <p:tag name="TIMING" val="|1.3|1.1|8.6|1.3"/>
</p:tagLst>
</file>

<file path=ppt/tags/tag5.xml><?xml version="1.0" encoding="utf-8"?>
<p:tagLst xmlns:a="http://schemas.openxmlformats.org/drawingml/2006/main" xmlns:r="http://schemas.openxmlformats.org/officeDocument/2006/relationships" xmlns:p="http://schemas.openxmlformats.org/presentationml/2006/main">
  <p:tag name="TIMING" val="|1|3.9|1.5|2|2"/>
</p:tagLst>
</file>

<file path=ppt/tags/tag6.xml><?xml version="1.0" encoding="utf-8"?>
<p:tagLst xmlns:a="http://schemas.openxmlformats.org/drawingml/2006/main" xmlns:r="http://schemas.openxmlformats.org/officeDocument/2006/relationships" xmlns:p="http://schemas.openxmlformats.org/presentationml/2006/main">
  <p:tag name="TIMING" val="|0.8|1.7|0.7|3.2|1"/>
</p:tagLst>
</file>

<file path=ppt/tags/tag7.xml><?xml version="1.0" encoding="utf-8"?>
<p:tagLst xmlns:a="http://schemas.openxmlformats.org/drawingml/2006/main" xmlns:r="http://schemas.openxmlformats.org/officeDocument/2006/relationships" xmlns:p="http://schemas.openxmlformats.org/presentationml/2006/main">
  <p:tag name="TIMING" val="|1.4|2.5|2.7|1.4|1.2|1.5|1.1|0.8|2.1|1.3|1.3|1.4|1.4|1.2|1.3|2.6|1.5"/>
</p:tagLst>
</file>

<file path=ppt/tags/tag8.xml><?xml version="1.0" encoding="utf-8"?>
<p:tagLst xmlns:a="http://schemas.openxmlformats.org/drawingml/2006/main" xmlns:r="http://schemas.openxmlformats.org/officeDocument/2006/relationships" xmlns:p="http://schemas.openxmlformats.org/presentationml/2006/main">
  <p:tag name="TIMING" val="|1.2|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97530e-8f27-4137-a2a9-5cb4dcf26f2e}" enabled="0" method="" siteId="{9d97530e-8f27-4137-a2a9-5cb4dcf26f2e}"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CT70A3100 Service Design Group Assignment - Service Safari Library Service Scenario 2  </vt:lpstr>
      <vt:lpstr>PowerPoint Presentation</vt:lpstr>
      <vt:lpstr>Veronique </vt:lpstr>
      <vt:lpstr>Ernesto  </vt:lpstr>
      <vt:lpstr>Antti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Justyna Neuvonen</dc:creator>
  <cp:revision>3</cp:revision>
  <dcterms:created xsi:type="dcterms:W3CDTF">2026-09-30T20:03:53Z</dcterms:created>
  <dcterms:modified xsi:type="dcterms:W3CDTF">2026-10-05T11:39:01Z</dcterms:modified>
</cp:coreProperties>
</file>